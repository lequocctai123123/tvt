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4"/>
  </p:notesMasterIdLst>
  <p:sldIdLst>
    <p:sldId id="256" r:id="rId2"/>
    <p:sldId id="265" r:id="rId3"/>
    <p:sldId id="258" r:id="rId4"/>
    <p:sldId id="261" r:id="rId5"/>
    <p:sldId id="292" r:id="rId6"/>
    <p:sldId id="260" r:id="rId7"/>
    <p:sldId id="264" r:id="rId8"/>
    <p:sldId id="293" r:id="rId9"/>
    <p:sldId id="294" r:id="rId10"/>
    <p:sldId id="295" r:id="rId11"/>
    <p:sldId id="262" r:id="rId12"/>
    <p:sldId id="274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4" r:id="rId21"/>
    <p:sldId id="303" r:id="rId22"/>
    <p:sldId id="278" r:id="rId23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25"/>
      <p:bold r:id="rId26"/>
    </p:embeddedFont>
    <p:embeddedFont>
      <p:font typeface="Fredoka One" panose="02000000000000000000" pitchFamily="2" charset="0"/>
      <p:regular r:id="rId27"/>
    </p:embeddedFont>
    <p:embeddedFont>
      <p:font typeface="Orbitron" panose="020B0604020202020204" charset="0"/>
      <p:regular r:id="rId28"/>
      <p:bold r:id="rId29"/>
    </p:embeddedFont>
    <p:embeddedFont>
      <p:font typeface="Oswald" panose="00000500000000000000" pitchFamily="2" charset="0"/>
      <p:regular r:id="rId30"/>
      <p:bold r:id="rId31"/>
    </p:embeddedFont>
    <p:embeddedFont>
      <p:font typeface="Palanquin Dark" panose="020B0604020202020204" charset="0"/>
      <p:regular r:id="rId32"/>
      <p:bold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EED"/>
    <a:srgbClr val="CCE0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ACF4BF-35AD-44FC-9679-442D225593D5}">
  <a:tblStyle styleId="{35ACF4BF-35AD-44FC-9679-442D225593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3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10facb75130_0_1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10facb75130_0_1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c6ac5e8787_1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c6ac5e8787_1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0facb75130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0facb75130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c6ac5e8787_1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c6ac5e8787_1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0145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c6ac5e878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c6ac5e878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10facb75130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10facb75130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c6ac5e878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c6ac5e878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6701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10facb75130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10facb75130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575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0facb75130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0facb75130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711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0facb75130_0_1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10facb75130_0_1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0facb75130_0_10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10facb75130_0_10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0facb75130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0facb75130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80434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0facb75130_0_1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10facb75130_0_1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5278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0facb75130_0_1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10facb75130_0_1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112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0facb75130_0_1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10facb75130_0_1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6189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0facb75130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0facb75130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16409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c6ac5e878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c6ac5e878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18761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c6ac5e878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c6ac5e878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8503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c6ac5e878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c6ac5e878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5725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c6ac5e878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c6ac5e878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191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10facb75130_0_1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10facb75130_0_1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01322" y="-611430"/>
            <a:ext cx="4544211" cy="4516379"/>
            <a:chOff x="-1901322" y="-611430"/>
            <a:chExt cx="4544211" cy="4516379"/>
          </a:xfrm>
        </p:grpSpPr>
        <p:sp>
          <p:nvSpPr>
            <p:cNvPr id="10" name="Google Shape;10;p2"/>
            <p:cNvSpPr/>
            <p:nvPr/>
          </p:nvSpPr>
          <p:spPr>
            <a:xfrm>
              <a:off x="-1901322" y="1923004"/>
              <a:ext cx="2552990" cy="1507257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929521" y="-366300"/>
              <a:ext cx="3031815" cy="2004573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1841214" y="348501"/>
              <a:ext cx="801675" cy="397824"/>
              <a:chOff x="1622300" y="2291700"/>
              <a:chExt cx="118800" cy="5895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3" extrusionOk="0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-484614" y="-611430"/>
              <a:ext cx="3127481" cy="4516379"/>
              <a:chOff x="278245" y="-184325"/>
              <a:chExt cx="2358228" cy="3405504"/>
            </a:xfrm>
          </p:grpSpPr>
          <p:grpSp>
            <p:nvGrpSpPr>
              <p:cNvPr id="22" name="Google Shape;22;p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" name="Google Shape;23;p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" name="Google Shape;28;p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634700" y="-1073869"/>
            <a:ext cx="7542166" cy="7636641"/>
            <a:chOff x="5482300" y="-1150069"/>
            <a:chExt cx="7542166" cy="7636641"/>
          </a:xfrm>
        </p:grpSpPr>
        <p:sp>
          <p:nvSpPr>
            <p:cNvPr id="30" name="Google Shape;30;p2"/>
            <p:cNvSpPr/>
            <p:nvPr/>
          </p:nvSpPr>
          <p:spPr>
            <a:xfrm rot="10800000" flipH="1">
              <a:off x="6369828" y="-1150069"/>
              <a:ext cx="6654639" cy="7636641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" name="Google Shape;31;p2"/>
            <p:cNvGrpSpPr/>
            <p:nvPr/>
          </p:nvGrpSpPr>
          <p:grpSpPr>
            <a:xfrm rot="10800000" flipH="1">
              <a:off x="6016263" y="1621720"/>
              <a:ext cx="2553081" cy="3705670"/>
              <a:chOff x="6769513" y="299393"/>
              <a:chExt cx="1308620" cy="1899525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" name="Google Shape;38;p2"/>
            <p:cNvSpPr/>
            <p:nvPr/>
          </p:nvSpPr>
          <p:spPr>
            <a:xfrm rot="10800000" flipH="1">
              <a:off x="8322117" y="3604890"/>
              <a:ext cx="1464987" cy="2586938"/>
            </a:xfrm>
            <a:custGeom>
              <a:avLst/>
              <a:gdLst/>
              <a:ahLst/>
              <a:cxnLst/>
              <a:rect l="l" t="t" r="r" b="b"/>
              <a:pathLst>
                <a:path w="9972" h="17609" extrusionOk="0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" name="Google Shape;39;p2"/>
            <p:cNvGrpSpPr/>
            <p:nvPr/>
          </p:nvGrpSpPr>
          <p:grpSpPr>
            <a:xfrm flipH="1">
              <a:off x="5482300" y="4423789"/>
              <a:ext cx="827314" cy="410158"/>
              <a:chOff x="5989375" y="1843575"/>
              <a:chExt cx="136525" cy="67675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" name="Google Shape;48;p2"/>
            <p:cNvSpPr/>
            <p:nvPr/>
          </p:nvSpPr>
          <p:spPr>
            <a:xfrm rot="10800000" flipH="1">
              <a:off x="7424539" y="4645063"/>
              <a:ext cx="727773" cy="727773"/>
            </a:xfrm>
            <a:custGeom>
              <a:avLst/>
              <a:gdLst/>
              <a:ahLst/>
              <a:cxnLst/>
              <a:rect l="l" t="t" r="r" b="b"/>
              <a:pathLst>
                <a:path w="9936" h="9936" fill="none" extrusionOk="0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296163" y="1263600"/>
            <a:ext cx="6551700" cy="21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1296138" y="3416400"/>
            <a:ext cx="65517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3"/>
          <p:cNvGrpSpPr/>
          <p:nvPr/>
        </p:nvGrpSpPr>
        <p:grpSpPr>
          <a:xfrm>
            <a:off x="-1373076" y="-1209900"/>
            <a:ext cx="11890152" cy="7563299"/>
            <a:chOff x="-1373076" y="-1366629"/>
            <a:chExt cx="11890152" cy="7563299"/>
          </a:xfrm>
        </p:grpSpPr>
        <p:sp>
          <p:nvSpPr>
            <p:cNvPr id="53" name="Google Shape;53;p3"/>
            <p:cNvSpPr/>
            <p:nvPr/>
          </p:nvSpPr>
          <p:spPr>
            <a:xfrm flipH="1">
              <a:off x="7225808" y="-184949"/>
              <a:ext cx="2698418" cy="1592456"/>
            </a:xfrm>
            <a:custGeom>
              <a:avLst/>
              <a:gdLst/>
              <a:ahLst/>
              <a:cxnLst/>
              <a:rect l="l" t="t" r="r" b="b"/>
              <a:pathLst>
                <a:path w="22289" h="13154" extrusionOk="0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" name="Google Shape;54;p3"/>
            <p:cNvGrpSpPr/>
            <p:nvPr/>
          </p:nvGrpSpPr>
          <p:grpSpPr>
            <a:xfrm>
              <a:off x="5467203" y="316173"/>
              <a:ext cx="5049873" cy="5880497"/>
              <a:chOff x="5462123" y="316173"/>
              <a:chExt cx="5049873" cy="5880497"/>
            </a:xfrm>
          </p:grpSpPr>
          <p:sp>
            <p:nvSpPr>
              <p:cNvPr id="55" name="Google Shape;55;p3"/>
              <p:cNvSpPr/>
              <p:nvPr/>
            </p:nvSpPr>
            <p:spPr>
              <a:xfrm>
                <a:off x="6129588" y="3610364"/>
                <a:ext cx="4382407" cy="2586307"/>
              </a:xfrm>
              <a:custGeom>
                <a:avLst/>
                <a:gdLst/>
                <a:ahLst/>
                <a:cxnLst/>
                <a:rect l="l" t="t" r="r" b="b"/>
                <a:pathLst>
                  <a:path w="22289" h="13154" extrusionOk="0">
                    <a:moveTo>
                      <a:pt x="17041" y="1"/>
                    </a:moveTo>
                    <a:lnTo>
                      <a:pt x="12718" y="4324"/>
                    </a:lnTo>
                    <a:lnTo>
                      <a:pt x="8779" y="4324"/>
                    </a:lnTo>
                    <a:lnTo>
                      <a:pt x="1" y="13102"/>
                    </a:lnTo>
                    <a:lnTo>
                      <a:pt x="8231" y="13154"/>
                    </a:lnTo>
                    <a:lnTo>
                      <a:pt x="10773" y="10612"/>
                    </a:lnTo>
                    <a:lnTo>
                      <a:pt x="11677" y="10612"/>
                    </a:lnTo>
                    <a:lnTo>
                      <a:pt x="2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" name="Google Shape;56;p3"/>
              <p:cNvGrpSpPr/>
              <p:nvPr/>
            </p:nvGrpSpPr>
            <p:grpSpPr>
              <a:xfrm>
                <a:off x="5462123" y="316173"/>
                <a:ext cx="3851865" cy="5347559"/>
                <a:chOff x="4825133" y="589757"/>
                <a:chExt cx="3851865" cy="5347559"/>
              </a:xfrm>
            </p:grpSpPr>
            <p:sp>
              <p:nvSpPr>
                <p:cNvPr id="57" name="Google Shape;57;p3"/>
                <p:cNvSpPr/>
                <p:nvPr/>
              </p:nvSpPr>
              <p:spPr>
                <a:xfrm>
                  <a:off x="4908115" y="679122"/>
                  <a:ext cx="3676746" cy="5123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776" h="60996" extrusionOk="0">
                      <a:moveTo>
                        <a:pt x="43432" y="1"/>
                      </a:moveTo>
                      <a:lnTo>
                        <a:pt x="33665" y="9768"/>
                      </a:lnTo>
                      <a:lnTo>
                        <a:pt x="33665" y="36891"/>
                      </a:lnTo>
                      <a:lnTo>
                        <a:pt x="20804" y="49752"/>
                      </a:lnTo>
                      <a:lnTo>
                        <a:pt x="1" y="49752"/>
                      </a:lnTo>
                      <a:lnTo>
                        <a:pt x="1" y="60996"/>
                      </a:lnTo>
                      <a:lnTo>
                        <a:pt x="489" y="60996"/>
                      </a:lnTo>
                      <a:lnTo>
                        <a:pt x="489" y="50240"/>
                      </a:lnTo>
                      <a:lnTo>
                        <a:pt x="21004" y="50240"/>
                      </a:lnTo>
                      <a:lnTo>
                        <a:pt x="21076" y="50168"/>
                      </a:lnTo>
                      <a:lnTo>
                        <a:pt x="34153" y="37091"/>
                      </a:lnTo>
                      <a:lnTo>
                        <a:pt x="34153" y="9972"/>
                      </a:lnTo>
                      <a:lnTo>
                        <a:pt x="43776" y="345"/>
                      </a:lnTo>
                      <a:lnTo>
                        <a:pt x="4343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6907161" y="4010501"/>
                  <a:ext cx="633201" cy="633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9" h="7539" extrusionOk="0">
                      <a:moveTo>
                        <a:pt x="5389" y="1"/>
                      </a:moveTo>
                      <a:lnTo>
                        <a:pt x="2695" y="2699"/>
                      </a:lnTo>
                      <a:lnTo>
                        <a:pt x="1" y="5393"/>
                      </a:lnTo>
                      <a:lnTo>
                        <a:pt x="1" y="7538"/>
                      </a:lnTo>
                      <a:lnTo>
                        <a:pt x="3767" y="3771"/>
                      </a:lnTo>
                      <a:lnTo>
                        <a:pt x="75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59;p3"/>
                <p:cNvSpPr/>
                <p:nvPr/>
              </p:nvSpPr>
              <p:spPr>
                <a:xfrm>
                  <a:off x="4825133" y="5781599"/>
                  <a:ext cx="181250" cy="155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8" h="1854" extrusionOk="0">
                      <a:moveTo>
                        <a:pt x="1231" y="490"/>
                      </a:moveTo>
                      <a:cubicBezTo>
                        <a:pt x="1455" y="490"/>
                        <a:pt x="1669" y="663"/>
                        <a:pt x="1669" y="925"/>
                      </a:cubicBezTo>
                      <a:cubicBezTo>
                        <a:pt x="1669" y="1165"/>
                        <a:pt x="1477" y="1362"/>
                        <a:pt x="1237" y="1362"/>
                      </a:cubicBezTo>
                      <a:cubicBezTo>
                        <a:pt x="845" y="1362"/>
                        <a:pt x="653" y="893"/>
                        <a:pt x="925" y="617"/>
                      </a:cubicBezTo>
                      <a:cubicBezTo>
                        <a:pt x="1014" y="529"/>
                        <a:pt x="1124" y="490"/>
                        <a:pt x="1231" y="490"/>
                      </a:cubicBezTo>
                      <a:close/>
                      <a:moveTo>
                        <a:pt x="1237" y="1"/>
                      </a:moveTo>
                      <a:cubicBezTo>
                        <a:pt x="413" y="1"/>
                        <a:pt x="0" y="997"/>
                        <a:pt x="581" y="1582"/>
                      </a:cubicBezTo>
                      <a:cubicBezTo>
                        <a:pt x="769" y="1769"/>
                        <a:pt x="1001" y="1853"/>
                        <a:pt x="1227" y="1853"/>
                      </a:cubicBezTo>
                      <a:cubicBezTo>
                        <a:pt x="1703" y="1853"/>
                        <a:pt x="2158" y="1484"/>
                        <a:pt x="2158" y="925"/>
                      </a:cubicBezTo>
                      <a:cubicBezTo>
                        <a:pt x="2158" y="417"/>
                        <a:pt x="1745" y="5"/>
                        <a:pt x="12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" name="Google Shape;60;p3"/>
                <p:cNvSpPr/>
                <p:nvPr/>
              </p:nvSpPr>
              <p:spPr>
                <a:xfrm>
                  <a:off x="8495412" y="589757"/>
                  <a:ext cx="181586" cy="15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2" h="1849" extrusionOk="0">
                      <a:moveTo>
                        <a:pt x="1233" y="485"/>
                      </a:moveTo>
                      <a:cubicBezTo>
                        <a:pt x="1457" y="485"/>
                        <a:pt x="1673" y="658"/>
                        <a:pt x="1673" y="921"/>
                      </a:cubicBezTo>
                      <a:cubicBezTo>
                        <a:pt x="1673" y="1165"/>
                        <a:pt x="1477" y="1357"/>
                        <a:pt x="1237" y="1357"/>
                      </a:cubicBezTo>
                      <a:cubicBezTo>
                        <a:pt x="849" y="1357"/>
                        <a:pt x="653" y="889"/>
                        <a:pt x="929" y="613"/>
                      </a:cubicBezTo>
                      <a:cubicBezTo>
                        <a:pt x="1017" y="525"/>
                        <a:pt x="1126" y="485"/>
                        <a:pt x="1233" y="485"/>
                      </a:cubicBezTo>
                      <a:close/>
                      <a:moveTo>
                        <a:pt x="1237" y="0"/>
                      </a:moveTo>
                      <a:cubicBezTo>
                        <a:pt x="412" y="0"/>
                        <a:pt x="0" y="993"/>
                        <a:pt x="585" y="1577"/>
                      </a:cubicBezTo>
                      <a:cubicBezTo>
                        <a:pt x="772" y="1765"/>
                        <a:pt x="1003" y="1849"/>
                        <a:pt x="1229" y="1849"/>
                      </a:cubicBezTo>
                      <a:cubicBezTo>
                        <a:pt x="1705" y="1849"/>
                        <a:pt x="2162" y="1479"/>
                        <a:pt x="2162" y="921"/>
                      </a:cubicBezTo>
                      <a:cubicBezTo>
                        <a:pt x="2158" y="412"/>
                        <a:pt x="1745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4922981" y="4878622"/>
                  <a:ext cx="948499" cy="556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93" h="6629" extrusionOk="0">
                      <a:moveTo>
                        <a:pt x="11152" y="0"/>
                      </a:moveTo>
                      <a:lnTo>
                        <a:pt x="8026" y="3126"/>
                      </a:lnTo>
                      <a:lnTo>
                        <a:pt x="3362" y="3126"/>
                      </a:lnTo>
                      <a:lnTo>
                        <a:pt x="0" y="6493"/>
                      </a:lnTo>
                      <a:lnTo>
                        <a:pt x="140" y="6629"/>
                      </a:lnTo>
                      <a:lnTo>
                        <a:pt x="3447" y="3322"/>
                      </a:lnTo>
                      <a:lnTo>
                        <a:pt x="8106" y="3322"/>
                      </a:lnTo>
                      <a:lnTo>
                        <a:pt x="11292" y="136"/>
                      </a:lnTo>
                      <a:lnTo>
                        <a:pt x="11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" name="Google Shape;62;p3"/>
            <p:cNvSpPr/>
            <p:nvPr/>
          </p:nvSpPr>
          <p:spPr>
            <a:xfrm flipH="1">
              <a:off x="-880479" y="4202588"/>
              <a:ext cx="2494083" cy="1471900"/>
            </a:xfrm>
            <a:custGeom>
              <a:avLst/>
              <a:gdLst/>
              <a:ahLst/>
              <a:cxnLst/>
              <a:rect l="l" t="t" r="r" b="b"/>
              <a:pathLst>
                <a:path w="22289" h="13154" extrusionOk="0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-1311941" y="-578758"/>
              <a:ext cx="4078254" cy="2696967"/>
            </a:xfrm>
            <a:custGeom>
              <a:avLst/>
              <a:gdLst/>
              <a:ahLst/>
              <a:cxnLst/>
              <a:rect l="l" t="t" r="r" b="b"/>
              <a:pathLst>
                <a:path w="31143" h="20595" extrusionOk="0">
                  <a:moveTo>
                    <a:pt x="21964" y="0"/>
                  </a:moveTo>
                  <a:lnTo>
                    <a:pt x="14323" y="7641"/>
                  </a:lnTo>
                  <a:lnTo>
                    <a:pt x="11457" y="7641"/>
                  </a:lnTo>
                  <a:lnTo>
                    <a:pt x="5905" y="13193"/>
                  </a:lnTo>
                  <a:lnTo>
                    <a:pt x="5905" y="14690"/>
                  </a:lnTo>
                  <a:lnTo>
                    <a:pt x="1" y="20595"/>
                  </a:lnTo>
                  <a:lnTo>
                    <a:pt x="8835" y="20595"/>
                  </a:lnTo>
                  <a:lnTo>
                    <a:pt x="18254" y="11176"/>
                  </a:lnTo>
                  <a:lnTo>
                    <a:pt x="22441" y="11176"/>
                  </a:lnTo>
                  <a:lnTo>
                    <a:pt x="27768" y="5848"/>
                  </a:lnTo>
                  <a:lnTo>
                    <a:pt x="27768" y="3374"/>
                  </a:lnTo>
                  <a:lnTo>
                    <a:pt x="311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" name="Google Shape;64;p3"/>
            <p:cNvGrpSpPr/>
            <p:nvPr/>
          </p:nvGrpSpPr>
          <p:grpSpPr>
            <a:xfrm flipH="1">
              <a:off x="1274215" y="4295411"/>
              <a:ext cx="647437" cy="321825"/>
              <a:chOff x="7990044" y="3252744"/>
              <a:chExt cx="516874" cy="256925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26" extrusionOk="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26" extrusionOk="0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26" extrusionOk="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26" extrusionOk="0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30" extrusionOk="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30" extrusionOk="0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30" h="930" extrusionOk="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avLst/>
                <a:gdLst/>
                <a:ahLst/>
                <a:cxnLst/>
                <a:rect l="l" t="t" r="r" b="b"/>
                <a:pathLst>
                  <a:path w="926" h="930" extrusionOk="0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" name="Google Shape;73;p3"/>
            <p:cNvGrpSpPr/>
            <p:nvPr/>
          </p:nvGrpSpPr>
          <p:grpSpPr>
            <a:xfrm>
              <a:off x="175385" y="-1366629"/>
              <a:ext cx="3039353" cy="3203144"/>
              <a:chOff x="7797455" y="1505164"/>
              <a:chExt cx="3773251" cy="3976591"/>
            </a:xfrm>
          </p:grpSpPr>
          <p:sp>
            <p:nvSpPr>
              <p:cNvPr id="74" name="Google Shape;74;p3"/>
              <p:cNvSpPr/>
              <p:nvPr/>
            </p:nvSpPr>
            <p:spPr>
              <a:xfrm>
                <a:off x="11404490" y="1966101"/>
                <a:ext cx="75759" cy="531321"/>
              </a:xfrm>
              <a:custGeom>
                <a:avLst/>
                <a:gdLst/>
                <a:ahLst/>
                <a:cxnLst/>
                <a:rect l="l" t="t" r="r" b="b"/>
                <a:pathLst>
                  <a:path w="902" h="6326" extrusionOk="0">
                    <a:moveTo>
                      <a:pt x="901" y="1"/>
                    </a:moveTo>
                    <a:lnTo>
                      <a:pt x="1" y="901"/>
                    </a:lnTo>
                    <a:lnTo>
                      <a:pt x="1" y="3163"/>
                    </a:lnTo>
                    <a:lnTo>
                      <a:pt x="1" y="5424"/>
                    </a:lnTo>
                    <a:lnTo>
                      <a:pt x="901" y="6325"/>
                    </a:lnTo>
                    <a:lnTo>
                      <a:pt x="901" y="3163"/>
                    </a:lnTo>
                    <a:lnTo>
                      <a:pt x="9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avLst/>
                <a:gdLst/>
                <a:ahLst/>
                <a:cxnLst/>
                <a:rect l="l" t="t" r="r" b="b"/>
                <a:pathLst>
                  <a:path w="4472" h="4476" extrusionOk="0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1850" extrusionOk="0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avLst/>
                <a:gdLst/>
                <a:ahLst/>
                <a:cxnLst/>
                <a:rect l="l" t="t" r="r" b="b"/>
                <a:pathLst>
                  <a:path w="2163" h="1850" extrusionOk="0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avLst/>
                <a:gdLst/>
                <a:ahLst/>
                <a:cxnLst/>
                <a:rect l="l" t="t" r="r" b="b"/>
                <a:pathLst>
                  <a:path w="42795" h="44517" extrusionOk="0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10208640" y="2996574"/>
                <a:ext cx="956898" cy="954546"/>
              </a:xfrm>
              <a:custGeom>
                <a:avLst/>
                <a:gdLst/>
                <a:ahLst/>
                <a:cxnLst/>
                <a:rect l="l" t="t" r="r" b="b"/>
                <a:pathLst>
                  <a:path w="11393" h="11365" extrusionOk="0">
                    <a:moveTo>
                      <a:pt x="11196" y="0"/>
                    </a:moveTo>
                    <a:lnTo>
                      <a:pt x="11196" y="5008"/>
                    </a:lnTo>
                    <a:lnTo>
                      <a:pt x="5036" y="11168"/>
                    </a:lnTo>
                    <a:lnTo>
                      <a:pt x="1" y="11168"/>
                    </a:lnTo>
                    <a:lnTo>
                      <a:pt x="1" y="11364"/>
                    </a:lnTo>
                    <a:lnTo>
                      <a:pt x="5120" y="11364"/>
                    </a:lnTo>
                    <a:lnTo>
                      <a:pt x="11393" y="5088"/>
                    </a:lnTo>
                    <a:lnTo>
                      <a:pt x="113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" name="Google Shape;80;p3"/>
            <p:cNvGrpSpPr/>
            <p:nvPr/>
          </p:nvGrpSpPr>
          <p:grpSpPr>
            <a:xfrm>
              <a:off x="-1373076" y="1927074"/>
              <a:ext cx="2698431" cy="3917462"/>
              <a:chOff x="7726148" y="679122"/>
              <a:chExt cx="2698431" cy="3917462"/>
            </a:xfrm>
          </p:grpSpPr>
          <p:sp>
            <p:nvSpPr>
              <p:cNvPr id="81" name="Google Shape;81;p3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avLst/>
                <a:gdLst/>
                <a:ahLst/>
                <a:cxnLst/>
                <a:rect l="l" t="t" r="r" b="b"/>
                <a:pathLst>
                  <a:path w="1774" h="1523" extrusionOk="0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6189" extrusionOk="0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10228462" y="679122"/>
                <a:ext cx="148998" cy="127833"/>
              </a:xfrm>
              <a:custGeom>
                <a:avLst/>
                <a:gdLst/>
                <a:ahLst/>
                <a:cxnLst/>
                <a:rect l="l" t="t" r="r" b="b"/>
                <a:pathLst>
                  <a:path w="1774" h="1522" extrusionOk="0">
                    <a:moveTo>
                      <a:pt x="761" y="401"/>
                    </a:moveTo>
                    <a:cubicBezTo>
                      <a:pt x="1082" y="401"/>
                      <a:pt x="1238" y="789"/>
                      <a:pt x="1013" y="1014"/>
                    </a:cubicBezTo>
                    <a:cubicBezTo>
                      <a:pt x="941" y="1086"/>
                      <a:pt x="851" y="1119"/>
                      <a:pt x="763" y="1119"/>
                    </a:cubicBezTo>
                    <a:cubicBezTo>
                      <a:pt x="580" y="1119"/>
                      <a:pt x="405" y="978"/>
                      <a:pt x="405" y="761"/>
                    </a:cubicBezTo>
                    <a:cubicBezTo>
                      <a:pt x="405" y="565"/>
                      <a:pt x="565" y="405"/>
                      <a:pt x="761" y="401"/>
                    </a:cubicBezTo>
                    <a:close/>
                    <a:moveTo>
                      <a:pt x="767" y="0"/>
                    </a:moveTo>
                    <a:cubicBezTo>
                      <a:pt x="376" y="0"/>
                      <a:pt x="1" y="304"/>
                      <a:pt x="1" y="761"/>
                    </a:cubicBezTo>
                    <a:cubicBezTo>
                      <a:pt x="1" y="1182"/>
                      <a:pt x="341" y="1518"/>
                      <a:pt x="761" y="1522"/>
                    </a:cubicBezTo>
                    <a:cubicBezTo>
                      <a:pt x="1438" y="1522"/>
                      <a:pt x="1774" y="701"/>
                      <a:pt x="1298" y="225"/>
                    </a:cubicBezTo>
                    <a:cubicBezTo>
                      <a:pt x="1144" y="70"/>
                      <a:pt x="953" y="0"/>
                      <a:pt x="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avLst/>
                <a:gdLst/>
                <a:ahLst/>
                <a:cxnLst/>
                <a:rect l="l" t="t" r="r" b="b"/>
                <a:pathLst>
                  <a:path w="31091" h="44485" extrusionOk="0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9020853" y="1998017"/>
                <a:ext cx="1057770" cy="1611852"/>
              </a:xfrm>
              <a:custGeom>
                <a:avLst/>
                <a:gdLst/>
                <a:ahLst/>
                <a:cxnLst/>
                <a:rect l="l" t="t" r="r" b="b"/>
                <a:pathLst>
                  <a:path w="12594" h="19191" extrusionOk="0">
                    <a:moveTo>
                      <a:pt x="12481" y="1"/>
                    </a:moveTo>
                    <a:lnTo>
                      <a:pt x="7066" y="5417"/>
                    </a:lnTo>
                    <a:lnTo>
                      <a:pt x="7066" y="12017"/>
                    </a:lnTo>
                    <a:lnTo>
                      <a:pt x="1" y="19078"/>
                    </a:lnTo>
                    <a:lnTo>
                      <a:pt x="117" y="19190"/>
                    </a:lnTo>
                    <a:lnTo>
                      <a:pt x="7226" y="12081"/>
                    </a:lnTo>
                    <a:lnTo>
                      <a:pt x="7226" y="5485"/>
                    </a:lnTo>
                    <a:lnTo>
                      <a:pt x="12593" y="113"/>
                    </a:lnTo>
                    <a:lnTo>
                      <a:pt x="124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9805572" y="1401268"/>
                <a:ext cx="562817" cy="889370"/>
              </a:xfrm>
              <a:custGeom>
                <a:avLst/>
                <a:gdLst/>
                <a:ahLst/>
                <a:cxnLst/>
                <a:rect l="l" t="t" r="r" b="b"/>
                <a:pathLst>
                  <a:path w="6701" h="10589" extrusionOk="0">
                    <a:moveTo>
                      <a:pt x="112" y="1"/>
                    </a:moveTo>
                    <a:lnTo>
                      <a:pt x="0" y="117"/>
                    </a:lnTo>
                    <a:lnTo>
                      <a:pt x="6541" y="6658"/>
                    </a:lnTo>
                    <a:lnTo>
                      <a:pt x="6541" y="10588"/>
                    </a:lnTo>
                    <a:lnTo>
                      <a:pt x="6701" y="10588"/>
                    </a:lnTo>
                    <a:lnTo>
                      <a:pt x="6701" y="6590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562194" y="410025"/>
              <a:ext cx="258605" cy="258941"/>
              <a:chOff x="8925357" y="2817675"/>
              <a:chExt cx="258605" cy="258941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avLst/>
                <a:gdLst/>
                <a:ahLst/>
                <a:cxnLst/>
                <a:rect l="l" t="t" r="r" b="b"/>
                <a:pathLst>
                  <a:path w="490" h="3083" extrusionOk="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avLst/>
                <a:gdLst/>
                <a:ahLst/>
                <a:cxnLst/>
                <a:rect l="l" t="t" r="r" b="b"/>
                <a:pathLst>
                  <a:path w="3079" h="490" extrusionOk="0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" name="Google Shape;90;p3"/>
            <p:cNvGrpSpPr/>
            <p:nvPr/>
          </p:nvGrpSpPr>
          <p:grpSpPr>
            <a:xfrm rot="5400000">
              <a:off x="8467489" y="2523161"/>
              <a:ext cx="556854" cy="97176"/>
              <a:chOff x="8351789" y="4872911"/>
              <a:chExt cx="556854" cy="97176"/>
            </a:xfrm>
          </p:grpSpPr>
          <p:sp>
            <p:nvSpPr>
              <p:cNvPr id="91" name="Google Shape;91;p3"/>
              <p:cNvSpPr/>
              <p:nvPr/>
            </p:nvSpPr>
            <p:spPr>
              <a:xfrm>
                <a:off x="8351789" y="4872911"/>
                <a:ext cx="137324" cy="9717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157" extrusionOk="0">
                    <a:moveTo>
                      <a:pt x="1" y="0"/>
                    </a:moveTo>
                    <a:lnTo>
                      <a:pt x="954" y="1157"/>
                    </a:lnTo>
                    <a:lnTo>
                      <a:pt x="1634" y="1157"/>
                    </a:lnTo>
                    <a:lnTo>
                      <a:pt x="6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8456357" y="4872911"/>
                <a:ext cx="137576" cy="97176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157" extrusionOk="0">
                    <a:moveTo>
                      <a:pt x="1" y="0"/>
                    </a:moveTo>
                    <a:lnTo>
                      <a:pt x="958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8561260" y="4872911"/>
                <a:ext cx="137576" cy="97176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157" extrusionOk="0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8666164" y="4872911"/>
                <a:ext cx="137576" cy="97176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157" extrusionOk="0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8771067" y="4872911"/>
                <a:ext cx="137576" cy="97176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1157" extrusionOk="0">
                    <a:moveTo>
                      <a:pt x="0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3"/>
            <p:cNvSpPr/>
            <p:nvPr/>
          </p:nvSpPr>
          <p:spPr>
            <a:xfrm>
              <a:off x="7306875" y="4600447"/>
              <a:ext cx="2229499" cy="657745"/>
            </a:xfrm>
            <a:custGeom>
              <a:avLst/>
              <a:gdLst/>
              <a:ahLst/>
              <a:cxnLst/>
              <a:rect l="l" t="t" r="r" b="b"/>
              <a:pathLst>
                <a:path w="21985" h="6486" extrusionOk="0">
                  <a:moveTo>
                    <a:pt x="21784" y="1"/>
                  </a:moveTo>
                  <a:lnTo>
                    <a:pt x="19442" y="2342"/>
                  </a:lnTo>
                  <a:lnTo>
                    <a:pt x="3943" y="2342"/>
                  </a:lnTo>
                  <a:lnTo>
                    <a:pt x="0" y="6285"/>
                  </a:lnTo>
                  <a:lnTo>
                    <a:pt x="201" y="6485"/>
                  </a:lnTo>
                  <a:lnTo>
                    <a:pt x="4059" y="2626"/>
                  </a:lnTo>
                  <a:lnTo>
                    <a:pt x="19558" y="2626"/>
                  </a:lnTo>
                  <a:lnTo>
                    <a:pt x="21984" y="201"/>
                  </a:lnTo>
                  <a:lnTo>
                    <a:pt x="217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 rot="-5400000">
              <a:off x="7658071" y="-461281"/>
              <a:ext cx="1325446" cy="1878100"/>
            </a:xfrm>
            <a:custGeom>
              <a:avLst/>
              <a:gdLst/>
              <a:ahLst/>
              <a:cxnLst/>
              <a:rect l="l" t="t" r="r" b="b"/>
              <a:pathLst>
                <a:path w="15781" h="22361" extrusionOk="0">
                  <a:moveTo>
                    <a:pt x="15640" y="0"/>
                  </a:moveTo>
                  <a:lnTo>
                    <a:pt x="9404" y="6237"/>
                  </a:lnTo>
                  <a:lnTo>
                    <a:pt x="9404" y="12821"/>
                  </a:lnTo>
                  <a:lnTo>
                    <a:pt x="1" y="22224"/>
                  </a:lnTo>
                  <a:lnTo>
                    <a:pt x="141" y="22360"/>
                  </a:lnTo>
                  <a:lnTo>
                    <a:pt x="9600" y="12902"/>
                  </a:lnTo>
                  <a:lnTo>
                    <a:pt x="9600" y="6317"/>
                  </a:lnTo>
                  <a:lnTo>
                    <a:pt x="15780" y="137"/>
                  </a:lnTo>
                  <a:lnTo>
                    <a:pt x="15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title" idx="2" hasCustomPrompt="1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00" name="Google Shape;100;p3"/>
          <p:cNvSpPr txBox="1">
            <a:spLocks noGrp="1"/>
          </p:cNvSpPr>
          <p:nvPr>
            <p:ph type="subTitle" idx="1"/>
          </p:nvPr>
        </p:nvSpPr>
        <p:spPr>
          <a:xfrm>
            <a:off x="3052350" y="3267278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5"/>
          <p:cNvGrpSpPr/>
          <p:nvPr/>
        </p:nvGrpSpPr>
        <p:grpSpPr>
          <a:xfrm>
            <a:off x="5368428" y="-2371849"/>
            <a:ext cx="7166740" cy="6435526"/>
            <a:chOff x="5368428" y="-2371849"/>
            <a:chExt cx="7166740" cy="6435526"/>
          </a:xfrm>
        </p:grpSpPr>
        <p:sp>
          <p:nvSpPr>
            <p:cNvPr id="116" name="Google Shape;116;p5"/>
            <p:cNvSpPr/>
            <p:nvPr/>
          </p:nvSpPr>
          <p:spPr>
            <a:xfrm>
              <a:off x="5368428" y="-2371849"/>
              <a:ext cx="7166740" cy="6435526"/>
            </a:xfrm>
            <a:custGeom>
              <a:avLst/>
              <a:gdLst/>
              <a:ahLst/>
              <a:cxnLst/>
              <a:rect l="l" t="t" r="r" b="b"/>
              <a:pathLst>
                <a:path w="71519" h="64222" extrusionOk="0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" name="Google Shape;117;p5"/>
            <p:cNvGrpSpPr/>
            <p:nvPr/>
          </p:nvGrpSpPr>
          <p:grpSpPr>
            <a:xfrm rot="-5400000" flipH="1">
              <a:off x="8268109" y="1815891"/>
              <a:ext cx="618213" cy="306426"/>
              <a:chOff x="5989375" y="1843575"/>
              <a:chExt cx="136525" cy="67675"/>
            </a:xfrm>
          </p:grpSpPr>
          <p:sp>
            <p:nvSpPr>
              <p:cNvPr id="118" name="Google Shape;118;p5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5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5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5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5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5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5"/>
            <p:cNvGrpSpPr/>
            <p:nvPr/>
          </p:nvGrpSpPr>
          <p:grpSpPr>
            <a:xfrm>
              <a:off x="8375532" y="539146"/>
              <a:ext cx="1228886" cy="2188720"/>
              <a:chOff x="8389396" y="1055350"/>
              <a:chExt cx="1228886" cy="2188720"/>
            </a:xfrm>
          </p:grpSpPr>
          <p:sp>
            <p:nvSpPr>
              <p:cNvPr id="127" name="Google Shape;127;p5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9" name="Google Shape;129;p5"/>
          <p:cNvGrpSpPr/>
          <p:nvPr/>
        </p:nvGrpSpPr>
        <p:grpSpPr>
          <a:xfrm>
            <a:off x="-2504900" y="387590"/>
            <a:ext cx="6322114" cy="7873283"/>
            <a:chOff x="-2504900" y="387590"/>
            <a:chExt cx="6322114" cy="7873283"/>
          </a:xfrm>
        </p:grpSpPr>
        <p:grpSp>
          <p:nvGrpSpPr>
            <p:cNvPr id="130" name="Google Shape;130;p5"/>
            <p:cNvGrpSpPr/>
            <p:nvPr/>
          </p:nvGrpSpPr>
          <p:grpSpPr>
            <a:xfrm>
              <a:off x="827762" y="4158773"/>
              <a:ext cx="471865" cy="38050"/>
              <a:chOff x="6298452" y="2390050"/>
              <a:chExt cx="140725" cy="11350"/>
            </a:xfrm>
          </p:grpSpPr>
          <p:sp>
            <p:nvSpPr>
              <p:cNvPr id="131" name="Google Shape;131;p5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2815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454" extrusionOk="0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" name="Google Shape;134;p5"/>
            <p:cNvGrpSpPr/>
            <p:nvPr/>
          </p:nvGrpSpPr>
          <p:grpSpPr>
            <a:xfrm>
              <a:off x="-2504900" y="387590"/>
              <a:ext cx="6322114" cy="7873283"/>
              <a:chOff x="-2504900" y="387590"/>
              <a:chExt cx="6322114" cy="7873283"/>
            </a:xfrm>
          </p:grpSpPr>
          <p:grpSp>
            <p:nvGrpSpPr>
              <p:cNvPr id="135" name="Google Shape;135;p5"/>
              <p:cNvGrpSpPr/>
              <p:nvPr/>
            </p:nvGrpSpPr>
            <p:grpSpPr>
              <a:xfrm>
                <a:off x="-1553565" y="387590"/>
                <a:ext cx="2381713" cy="3328977"/>
                <a:chOff x="7655072" y="-407632"/>
                <a:chExt cx="2008529" cy="2807368"/>
              </a:xfrm>
            </p:grpSpPr>
            <p:sp>
              <p:nvSpPr>
                <p:cNvPr id="136" name="Google Shape;136;p5"/>
                <p:cNvSpPr/>
                <p:nvPr/>
              </p:nvSpPr>
              <p:spPr>
                <a:xfrm>
                  <a:off x="7685059" y="-336851"/>
                  <a:ext cx="1930325" cy="2689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8" h="45293" extrusionOk="0">
                      <a:moveTo>
                        <a:pt x="0" y="1"/>
                      </a:moveTo>
                      <a:lnTo>
                        <a:pt x="0" y="8351"/>
                      </a:lnTo>
                      <a:lnTo>
                        <a:pt x="15447" y="8351"/>
                      </a:lnTo>
                      <a:lnTo>
                        <a:pt x="24998" y="17901"/>
                      </a:lnTo>
                      <a:lnTo>
                        <a:pt x="24998" y="38040"/>
                      </a:lnTo>
                      <a:lnTo>
                        <a:pt x="32251" y="45293"/>
                      </a:lnTo>
                      <a:lnTo>
                        <a:pt x="32507" y="45037"/>
                      </a:lnTo>
                      <a:lnTo>
                        <a:pt x="25358" y="37888"/>
                      </a:lnTo>
                      <a:lnTo>
                        <a:pt x="25358" y="17749"/>
                      </a:lnTo>
                      <a:lnTo>
                        <a:pt x="15651" y="8043"/>
                      </a:lnTo>
                      <a:lnTo>
                        <a:pt x="15595" y="7986"/>
                      </a:lnTo>
                      <a:lnTo>
                        <a:pt x="365" y="7986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5"/>
                <p:cNvSpPr/>
                <p:nvPr/>
              </p:nvSpPr>
              <p:spPr>
                <a:xfrm>
                  <a:off x="8734422" y="271200"/>
                  <a:ext cx="332350" cy="332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7" h="5600" extrusionOk="0">
                      <a:moveTo>
                        <a:pt x="1" y="0"/>
                      </a:moveTo>
                      <a:lnTo>
                        <a:pt x="1" y="1597"/>
                      </a:lnTo>
                      <a:lnTo>
                        <a:pt x="2002" y="3599"/>
                      </a:lnTo>
                      <a:lnTo>
                        <a:pt x="4004" y="5600"/>
                      </a:lnTo>
                      <a:lnTo>
                        <a:pt x="5597" y="5600"/>
                      </a:lnTo>
                      <a:lnTo>
                        <a:pt x="2799" y="280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5"/>
                <p:cNvSpPr/>
                <p:nvPr/>
              </p:nvSpPr>
              <p:spPr>
                <a:xfrm>
                  <a:off x="7655072" y="-407632"/>
                  <a:ext cx="81588" cy="8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4" h="1373" extrusionOk="0">
                      <a:moveTo>
                        <a:pt x="689" y="364"/>
                      </a:moveTo>
                      <a:cubicBezTo>
                        <a:pt x="866" y="364"/>
                        <a:pt x="1010" y="508"/>
                        <a:pt x="1014" y="684"/>
                      </a:cubicBezTo>
                      <a:cubicBezTo>
                        <a:pt x="1014" y="865"/>
                        <a:pt x="866" y="1009"/>
                        <a:pt x="689" y="1009"/>
                      </a:cubicBezTo>
                      <a:cubicBezTo>
                        <a:pt x="509" y="1009"/>
                        <a:pt x="365" y="865"/>
                        <a:pt x="365" y="684"/>
                      </a:cubicBezTo>
                      <a:cubicBezTo>
                        <a:pt x="365" y="508"/>
                        <a:pt x="509" y="364"/>
                        <a:pt x="689" y="364"/>
                      </a:cubicBezTo>
                      <a:close/>
                      <a:moveTo>
                        <a:pt x="689" y="0"/>
                      </a:moveTo>
                      <a:cubicBezTo>
                        <a:pt x="309" y="0"/>
                        <a:pt x="1" y="308"/>
                        <a:pt x="1" y="684"/>
                      </a:cubicBezTo>
                      <a:cubicBezTo>
                        <a:pt x="1" y="1065"/>
                        <a:pt x="309" y="1373"/>
                        <a:pt x="689" y="1373"/>
                      </a:cubicBezTo>
                      <a:cubicBezTo>
                        <a:pt x="1066" y="1373"/>
                        <a:pt x="1374" y="1065"/>
                        <a:pt x="1374" y="684"/>
                      </a:cubicBezTo>
                      <a:cubicBezTo>
                        <a:pt x="1374" y="308"/>
                        <a:pt x="1066" y="0"/>
                        <a:pt x="6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5"/>
                <p:cNvSpPr/>
                <p:nvPr/>
              </p:nvSpPr>
              <p:spPr>
                <a:xfrm>
                  <a:off x="9568236" y="2317969"/>
                  <a:ext cx="95364" cy="81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6" h="1377" extrusionOk="0">
                      <a:moveTo>
                        <a:pt x="917" y="364"/>
                      </a:moveTo>
                      <a:cubicBezTo>
                        <a:pt x="1097" y="364"/>
                        <a:pt x="1242" y="512"/>
                        <a:pt x="1242" y="688"/>
                      </a:cubicBezTo>
                      <a:cubicBezTo>
                        <a:pt x="1242" y="883"/>
                        <a:pt x="1082" y="1012"/>
                        <a:pt x="916" y="1012"/>
                      </a:cubicBezTo>
                      <a:cubicBezTo>
                        <a:pt x="837" y="1012"/>
                        <a:pt x="755" y="982"/>
                        <a:pt x="689" y="916"/>
                      </a:cubicBezTo>
                      <a:cubicBezTo>
                        <a:pt x="485" y="712"/>
                        <a:pt x="629" y="364"/>
                        <a:pt x="917" y="364"/>
                      </a:cubicBezTo>
                      <a:close/>
                      <a:moveTo>
                        <a:pt x="915" y="1"/>
                      </a:moveTo>
                      <a:cubicBezTo>
                        <a:pt x="746" y="1"/>
                        <a:pt x="573" y="63"/>
                        <a:pt x="433" y="203"/>
                      </a:cubicBezTo>
                      <a:cubicBezTo>
                        <a:pt x="1" y="636"/>
                        <a:pt x="309" y="1376"/>
                        <a:pt x="917" y="1376"/>
                      </a:cubicBezTo>
                      <a:cubicBezTo>
                        <a:pt x="1298" y="1372"/>
                        <a:pt x="1606" y="1068"/>
                        <a:pt x="1606" y="688"/>
                      </a:cubicBezTo>
                      <a:cubicBezTo>
                        <a:pt x="1606" y="274"/>
                        <a:pt x="1267" y="1"/>
                        <a:pt x="9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5"/>
                <p:cNvSpPr/>
                <p:nvPr/>
              </p:nvSpPr>
              <p:spPr>
                <a:xfrm>
                  <a:off x="7692897" y="-144282"/>
                  <a:ext cx="497783" cy="292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3" h="4924" extrusionOk="0">
                      <a:moveTo>
                        <a:pt x="100" y="0"/>
                      </a:moveTo>
                      <a:lnTo>
                        <a:pt x="0" y="104"/>
                      </a:lnTo>
                      <a:lnTo>
                        <a:pt x="2498" y="2598"/>
                      </a:lnTo>
                      <a:lnTo>
                        <a:pt x="5957" y="2598"/>
                      </a:lnTo>
                      <a:lnTo>
                        <a:pt x="8282" y="4924"/>
                      </a:lnTo>
                      <a:lnTo>
                        <a:pt x="8382" y="4820"/>
                      </a:lnTo>
                      <a:lnTo>
                        <a:pt x="6017" y="2454"/>
                      </a:lnTo>
                      <a:lnTo>
                        <a:pt x="2558" y="245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1" name="Google Shape;141;p5"/>
              <p:cNvGrpSpPr/>
              <p:nvPr/>
            </p:nvGrpSpPr>
            <p:grpSpPr>
              <a:xfrm>
                <a:off x="-2504900" y="1005827"/>
                <a:ext cx="6322114" cy="7255046"/>
                <a:chOff x="-2504900" y="1005827"/>
                <a:chExt cx="6322114" cy="7255046"/>
              </a:xfrm>
            </p:grpSpPr>
            <p:sp>
              <p:nvSpPr>
                <p:cNvPr id="142" name="Google Shape;142;p5"/>
                <p:cNvSpPr/>
                <p:nvPr/>
              </p:nvSpPr>
              <p:spPr>
                <a:xfrm>
                  <a:off x="-2504900" y="1005827"/>
                  <a:ext cx="6322114" cy="7255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32" h="82432" extrusionOk="0">
                      <a:moveTo>
                        <a:pt x="205" y="1"/>
                      </a:moveTo>
                      <a:lnTo>
                        <a:pt x="1" y="205"/>
                      </a:lnTo>
                      <a:lnTo>
                        <a:pt x="27924" y="28129"/>
                      </a:lnTo>
                      <a:lnTo>
                        <a:pt x="27924" y="38728"/>
                      </a:lnTo>
                      <a:lnTo>
                        <a:pt x="36526" y="47330"/>
                      </a:lnTo>
                      <a:lnTo>
                        <a:pt x="45629" y="56433"/>
                      </a:lnTo>
                      <a:lnTo>
                        <a:pt x="71627" y="82431"/>
                      </a:lnTo>
                      <a:lnTo>
                        <a:pt x="71831" y="82227"/>
                      </a:lnTo>
                      <a:lnTo>
                        <a:pt x="46493" y="56889"/>
                      </a:lnTo>
                      <a:lnTo>
                        <a:pt x="46493" y="47935"/>
                      </a:lnTo>
                      <a:lnTo>
                        <a:pt x="53711" y="40954"/>
                      </a:lnTo>
                      <a:lnTo>
                        <a:pt x="51481" y="38724"/>
                      </a:lnTo>
                      <a:lnTo>
                        <a:pt x="37095" y="38724"/>
                      </a:lnTo>
                      <a:lnTo>
                        <a:pt x="32496" y="34125"/>
                      </a:lnTo>
                      <a:lnTo>
                        <a:pt x="32496" y="32288"/>
                      </a:lnTo>
                      <a:lnTo>
                        <a:pt x="27924" y="27712"/>
                      </a:lnTo>
                      <a:lnTo>
                        <a:pt x="27924" y="27720"/>
                      </a:lnTo>
                      <a:lnTo>
                        <a:pt x="20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5"/>
                <p:cNvSpPr/>
                <p:nvPr/>
              </p:nvSpPr>
              <p:spPr>
                <a:xfrm>
                  <a:off x="-118934" y="3399771"/>
                  <a:ext cx="1196665" cy="2113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2" h="17609" extrusionOk="0">
                      <a:moveTo>
                        <a:pt x="1" y="0"/>
                      </a:moveTo>
                      <a:lnTo>
                        <a:pt x="1" y="4948"/>
                      </a:lnTo>
                      <a:lnTo>
                        <a:pt x="9720" y="14670"/>
                      </a:lnTo>
                      <a:lnTo>
                        <a:pt x="9720" y="17608"/>
                      </a:lnTo>
                      <a:lnTo>
                        <a:pt x="9972" y="17608"/>
                      </a:lnTo>
                      <a:lnTo>
                        <a:pt x="9972" y="14566"/>
                      </a:lnTo>
                      <a:lnTo>
                        <a:pt x="249" y="4843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44" name="Google Shape;144;p5"/>
          <p:cNvSpPr txBox="1">
            <a:spLocks noGrp="1"/>
          </p:cNvSpPr>
          <p:nvPr>
            <p:ph type="subTitle" idx="1"/>
          </p:nvPr>
        </p:nvSpPr>
        <p:spPr>
          <a:xfrm>
            <a:off x="1254788" y="2601579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145" name="Google Shape;145;p5"/>
          <p:cNvSpPr txBox="1">
            <a:spLocks noGrp="1"/>
          </p:cNvSpPr>
          <p:nvPr>
            <p:ph type="subTitle" idx="2"/>
          </p:nvPr>
        </p:nvSpPr>
        <p:spPr>
          <a:xfrm>
            <a:off x="1254788" y="2972979"/>
            <a:ext cx="2776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subTitle" idx="3"/>
          </p:nvPr>
        </p:nvSpPr>
        <p:spPr>
          <a:xfrm>
            <a:off x="5112413" y="2601579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subTitle" idx="4"/>
          </p:nvPr>
        </p:nvSpPr>
        <p:spPr>
          <a:xfrm>
            <a:off x="5112413" y="2972979"/>
            <a:ext cx="2776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149" name="Google Shape;149;p5"/>
          <p:cNvSpPr txBox="1">
            <a:spLocks noGrp="1"/>
          </p:cNvSpPr>
          <p:nvPr>
            <p:ph type="title" idx="5" hasCustomPrompt="1"/>
          </p:nvPr>
        </p:nvSpPr>
        <p:spPr>
          <a:xfrm>
            <a:off x="2200238" y="2019699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0" name="Google Shape;150;p5"/>
          <p:cNvSpPr txBox="1">
            <a:spLocks noGrp="1"/>
          </p:cNvSpPr>
          <p:nvPr>
            <p:ph type="title" idx="6" hasCustomPrompt="1"/>
          </p:nvPr>
        </p:nvSpPr>
        <p:spPr>
          <a:xfrm>
            <a:off x="6057863" y="2019699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6"/>
          <p:cNvGrpSpPr/>
          <p:nvPr/>
        </p:nvGrpSpPr>
        <p:grpSpPr>
          <a:xfrm>
            <a:off x="-859697" y="-661345"/>
            <a:ext cx="2552998" cy="2062932"/>
            <a:chOff x="-859697" y="-661345"/>
            <a:chExt cx="2552998" cy="2062932"/>
          </a:xfrm>
        </p:grpSpPr>
        <p:sp>
          <p:nvSpPr>
            <p:cNvPr id="153" name="Google Shape;153;p6"/>
            <p:cNvSpPr/>
            <p:nvPr/>
          </p:nvSpPr>
          <p:spPr>
            <a:xfrm>
              <a:off x="-859697" y="-661345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-107627" y="-466741"/>
              <a:ext cx="1226141" cy="1868328"/>
            </a:xfrm>
            <a:custGeom>
              <a:avLst/>
              <a:gdLst/>
              <a:ahLst/>
              <a:cxnLst/>
              <a:rect l="l" t="t" r="r" b="b"/>
              <a:pathLst>
                <a:path w="9728" h="14823" extrusionOk="0">
                  <a:moveTo>
                    <a:pt x="9640" y="0"/>
                  </a:moveTo>
                  <a:lnTo>
                    <a:pt x="4148" y="5492"/>
                  </a:lnTo>
                  <a:lnTo>
                    <a:pt x="4148" y="10588"/>
                  </a:lnTo>
                  <a:lnTo>
                    <a:pt x="1" y="14735"/>
                  </a:lnTo>
                  <a:lnTo>
                    <a:pt x="89" y="14823"/>
                  </a:lnTo>
                  <a:lnTo>
                    <a:pt x="4272" y="10640"/>
                  </a:lnTo>
                  <a:lnTo>
                    <a:pt x="4272" y="5544"/>
                  </a:lnTo>
                  <a:lnTo>
                    <a:pt x="9728" y="88"/>
                  </a:lnTo>
                  <a:lnTo>
                    <a:pt x="9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6"/>
          <p:cNvGrpSpPr/>
          <p:nvPr/>
        </p:nvGrpSpPr>
        <p:grpSpPr>
          <a:xfrm>
            <a:off x="7218415" y="1203967"/>
            <a:ext cx="3942356" cy="4639226"/>
            <a:chOff x="7276179" y="1051567"/>
            <a:chExt cx="3942356" cy="4639226"/>
          </a:xfrm>
        </p:grpSpPr>
        <p:sp>
          <p:nvSpPr>
            <p:cNvPr id="156" name="Google Shape;156;p6"/>
            <p:cNvSpPr/>
            <p:nvPr/>
          </p:nvSpPr>
          <p:spPr>
            <a:xfrm>
              <a:off x="7276179" y="3686213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" name="Google Shape;157;p6"/>
            <p:cNvGrpSpPr/>
            <p:nvPr/>
          </p:nvGrpSpPr>
          <p:grpSpPr>
            <a:xfrm>
              <a:off x="8615789" y="1051567"/>
              <a:ext cx="2602747" cy="3802366"/>
              <a:chOff x="278245" y="-112475"/>
              <a:chExt cx="2281910" cy="3333654"/>
            </a:xfrm>
          </p:grpSpPr>
          <p:grpSp>
            <p:nvGrpSpPr>
              <p:cNvPr id="158" name="Google Shape;158;p6"/>
              <p:cNvGrpSpPr/>
              <p:nvPr/>
            </p:nvGrpSpPr>
            <p:grpSpPr>
              <a:xfrm>
                <a:off x="278245" y="-112475"/>
                <a:ext cx="2281910" cy="3264909"/>
                <a:chOff x="1181475" y="2060725"/>
                <a:chExt cx="600250" cy="858825"/>
              </a:xfrm>
            </p:grpSpPr>
            <p:sp>
              <p:nvSpPr>
                <p:cNvPr id="159" name="Google Shape;159;p6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" name="Google Shape;160;p6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1" name="Google Shape;161;p6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2" name="Google Shape;162;p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Fredoka One"/>
              <a:buNone/>
              <a:defRPr sz="30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7"/>
          <p:cNvGrpSpPr/>
          <p:nvPr/>
        </p:nvGrpSpPr>
        <p:grpSpPr>
          <a:xfrm>
            <a:off x="-1088076" y="-1000252"/>
            <a:ext cx="3803740" cy="4516379"/>
            <a:chOff x="-1060422" y="-1000252"/>
            <a:chExt cx="3803740" cy="4516379"/>
          </a:xfrm>
        </p:grpSpPr>
        <p:sp>
          <p:nvSpPr>
            <p:cNvPr id="165" name="Google Shape;165;p7"/>
            <p:cNvSpPr/>
            <p:nvPr/>
          </p:nvSpPr>
          <p:spPr>
            <a:xfrm>
              <a:off x="-1060422" y="-8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" name="Google Shape;166;p7"/>
            <p:cNvGrpSpPr/>
            <p:nvPr/>
          </p:nvGrpSpPr>
          <p:grpSpPr>
            <a:xfrm>
              <a:off x="945461" y="736374"/>
              <a:ext cx="219510" cy="219124"/>
              <a:chOff x="1466575" y="2391250"/>
              <a:chExt cx="59575" cy="59475"/>
            </a:xfrm>
          </p:grpSpPr>
          <p:sp>
            <p:nvSpPr>
              <p:cNvPr id="167" name="Google Shape;167;p7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379" extrusionOk="0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avLst/>
                <a:gdLst/>
                <a:ahLst/>
                <a:cxnLst/>
                <a:rect l="l" t="t" r="r" b="b"/>
                <a:pathLst>
                  <a:path w="2383" h="377" extrusionOk="0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7"/>
            <p:cNvGrpSpPr/>
            <p:nvPr/>
          </p:nvGrpSpPr>
          <p:grpSpPr>
            <a:xfrm>
              <a:off x="-384164" y="-1000252"/>
              <a:ext cx="3127481" cy="4516379"/>
              <a:chOff x="278245" y="-184325"/>
              <a:chExt cx="2358228" cy="3405504"/>
            </a:xfrm>
          </p:grpSpPr>
          <p:grpSp>
            <p:nvGrpSpPr>
              <p:cNvPr id="170" name="Google Shape;170;p7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171" name="Google Shape;171;p7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7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7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7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7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6" name="Google Shape;176;p7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7" name="Google Shape;177;p7"/>
          <p:cNvGrpSpPr/>
          <p:nvPr/>
        </p:nvGrpSpPr>
        <p:grpSpPr>
          <a:xfrm>
            <a:off x="265779" y="4373872"/>
            <a:ext cx="4306224" cy="2966902"/>
            <a:chOff x="293432" y="4373872"/>
            <a:chExt cx="4306224" cy="2966902"/>
          </a:xfrm>
        </p:grpSpPr>
        <p:grpSp>
          <p:nvGrpSpPr>
            <p:cNvPr id="178" name="Google Shape;178;p7"/>
            <p:cNvGrpSpPr/>
            <p:nvPr/>
          </p:nvGrpSpPr>
          <p:grpSpPr>
            <a:xfrm>
              <a:off x="3565695" y="4429961"/>
              <a:ext cx="801674" cy="397824"/>
              <a:chOff x="1622300" y="2291700"/>
              <a:chExt cx="118800" cy="58950"/>
            </a:xfrm>
          </p:grpSpPr>
          <p:sp>
            <p:nvSpPr>
              <p:cNvPr id="179" name="Google Shape;179;p7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3" extrusionOk="0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7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7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7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7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7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7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 rot="5400000" flipH="1">
              <a:off x="963093" y="3704212"/>
              <a:ext cx="2966902" cy="4306224"/>
              <a:chOff x="6769513" y="299393"/>
              <a:chExt cx="1308620" cy="1899525"/>
            </a:xfrm>
          </p:grpSpPr>
          <p:sp>
            <p:nvSpPr>
              <p:cNvPr id="188" name="Google Shape;188;p7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7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7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7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7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7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4" name="Google Shape;194;p7"/>
          <p:cNvSpPr txBox="1">
            <a:spLocks noGrp="1"/>
          </p:cNvSpPr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5" name="Google Shape;195;p7"/>
          <p:cNvSpPr txBox="1">
            <a:spLocks noGrp="1"/>
          </p:cNvSpPr>
          <p:nvPr>
            <p:ph type="subTitle" idx="1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 txBox="1">
            <a:spLocks noGrp="1"/>
          </p:cNvSpPr>
          <p:nvPr>
            <p:ph type="subTitle" idx="1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52" name="Google Shape;252;p9"/>
          <p:cNvSpPr txBox="1">
            <a:spLocks noGrp="1"/>
          </p:cNvSpPr>
          <p:nvPr>
            <p:ph type="title"/>
          </p:nvPr>
        </p:nvSpPr>
        <p:spPr>
          <a:xfrm>
            <a:off x="713370" y="1697025"/>
            <a:ext cx="473250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grpSp>
        <p:nvGrpSpPr>
          <p:cNvPr id="253" name="Google Shape;253;p9"/>
          <p:cNvGrpSpPr/>
          <p:nvPr/>
        </p:nvGrpSpPr>
        <p:grpSpPr>
          <a:xfrm>
            <a:off x="4590435" y="-1007875"/>
            <a:ext cx="6038600" cy="7441011"/>
            <a:chOff x="4590435" y="-1007875"/>
            <a:chExt cx="6038600" cy="7441011"/>
          </a:xfrm>
        </p:grpSpPr>
        <p:sp>
          <p:nvSpPr>
            <p:cNvPr id="254" name="Google Shape;254;p9"/>
            <p:cNvSpPr/>
            <p:nvPr/>
          </p:nvSpPr>
          <p:spPr>
            <a:xfrm>
              <a:off x="5025290" y="1403608"/>
              <a:ext cx="5603746" cy="5029527"/>
            </a:xfrm>
            <a:custGeom>
              <a:avLst/>
              <a:gdLst/>
              <a:ahLst/>
              <a:cxnLst/>
              <a:rect l="l" t="t" r="r" b="b"/>
              <a:pathLst>
                <a:path w="69259" h="62162" extrusionOk="0">
                  <a:moveTo>
                    <a:pt x="69093" y="1"/>
                  </a:moveTo>
                  <a:lnTo>
                    <a:pt x="42864" y="26229"/>
                  </a:lnTo>
                  <a:lnTo>
                    <a:pt x="36876" y="26229"/>
                  </a:lnTo>
                  <a:lnTo>
                    <a:pt x="31719" y="31386"/>
                  </a:lnTo>
                  <a:lnTo>
                    <a:pt x="29833" y="31386"/>
                  </a:lnTo>
                  <a:lnTo>
                    <a:pt x="26063" y="35101"/>
                  </a:lnTo>
                  <a:lnTo>
                    <a:pt x="26063" y="35933"/>
                  </a:lnTo>
                  <a:lnTo>
                    <a:pt x="1" y="61995"/>
                  </a:lnTo>
                  <a:lnTo>
                    <a:pt x="167" y="62162"/>
                  </a:lnTo>
                  <a:lnTo>
                    <a:pt x="22292" y="40037"/>
                  </a:lnTo>
                  <a:lnTo>
                    <a:pt x="28059" y="40037"/>
                  </a:lnTo>
                  <a:lnTo>
                    <a:pt x="34380" y="33771"/>
                  </a:lnTo>
                  <a:lnTo>
                    <a:pt x="37153" y="33771"/>
                  </a:lnTo>
                  <a:lnTo>
                    <a:pt x="40757" y="30166"/>
                  </a:lnTo>
                  <a:lnTo>
                    <a:pt x="40757" y="28669"/>
                  </a:lnTo>
                  <a:lnTo>
                    <a:pt x="69259" y="112"/>
                  </a:lnTo>
                  <a:lnTo>
                    <a:pt x="69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4590435" y="-831208"/>
              <a:ext cx="5930985" cy="6805915"/>
            </a:xfrm>
            <a:custGeom>
              <a:avLst/>
              <a:gdLst/>
              <a:ahLst/>
              <a:cxnLst/>
              <a:rect l="l" t="t" r="r" b="b"/>
              <a:pathLst>
                <a:path w="69537" h="79795" extrusionOk="0">
                  <a:moveTo>
                    <a:pt x="69370" y="0"/>
                  </a:moveTo>
                  <a:lnTo>
                    <a:pt x="44195" y="25175"/>
                  </a:lnTo>
                  <a:lnTo>
                    <a:pt x="35379" y="33992"/>
                  </a:lnTo>
                  <a:lnTo>
                    <a:pt x="27061" y="42309"/>
                  </a:lnTo>
                  <a:lnTo>
                    <a:pt x="27061" y="52568"/>
                  </a:lnTo>
                  <a:lnTo>
                    <a:pt x="1" y="79628"/>
                  </a:lnTo>
                  <a:lnTo>
                    <a:pt x="223" y="79794"/>
                  </a:lnTo>
                  <a:lnTo>
                    <a:pt x="27061" y="52956"/>
                  </a:lnTo>
                  <a:lnTo>
                    <a:pt x="31497" y="48575"/>
                  </a:lnTo>
                  <a:lnTo>
                    <a:pt x="31497" y="46801"/>
                  </a:lnTo>
                  <a:lnTo>
                    <a:pt x="35933" y="42309"/>
                  </a:lnTo>
                  <a:lnTo>
                    <a:pt x="49851" y="42309"/>
                  </a:lnTo>
                  <a:lnTo>
                    <a:pt x="52014" y="40147"/>
                  </a:lnTo>
                  <a:lnTo>
                    <a:pt x="45027" y="33382"/>
                  </a:lnTo>
                  <a:lnTo>
                    <a:pt x="45027" y="24731"/>
                  </a:lnTo>
                  <a:lnTo>
                    <a:pt x="69536" y="222"/>
                  </a:lnTo>
                  <a:lnTo>
                    <a:pt x="69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6" name="Google Shape;256;p9"/>
            <p:cNvGrpSpPr/>
            <p:nvPr/>
          </p:nvGrpSpPr>
          <p:grpSpPr>
            <a:xfrm>
              <a:off x="6851241" y="3872805"/>
              <a:ext cx="740238" cy="365351"/>
              <a:chOff x="7070753" y="3796525"/>
              <a:chExt cx="690971" cy="341036"/>
            </a:xfrm>
          </p:grpSpPr>
          <p:sp>
            <p:nvSpPr>
              <p:cNvPr id="257" name="Google Shape;257;p9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109" y="0"/>
                    </a:moveTo>
                    <a:lnTo>
                      <a:pt x="0" y="1109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66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0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9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109" y="0"/>
                    </a:moveTo>
                    <a:lnTo>
                      <a:pt x="0" y="1109"/>
                    </a:lnTo>
                    <a:lnTo>
                      <a:pt x="222" y="1276"/>
                    </a:lnTo>
                    <a:lnTo>
                      <a:pt x="1276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9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67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6" y="1109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9"/>
              <p:cNvSpPr/>
              <p:nvPr/>
            </p:nvSpPr>
            <p:spPr>
              <a:xfrm>
                <a:off x="7070753" y="3796525"/>
                <a:ext cx="107772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76" extrusionOk="0">
                    <a:moveTo>
                      <a:pt x="1109" y="1"/>
                    </a:moveTo>
                    <a:lnTo>
                      <a:pt x="0" y="1110"/>
                    </a:lnTo>
                    <a:lnTo>
                      <a:pt x="222" y="1276"/>
                    </a:lnTo>
                    <a:lnTo>
                      <a:pt x="1331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9"/>
              <p:cNvSpPr/>
              <p:nvPr/>
            </p:nvSpPr>
            <p:spPr>
              <a:xfrm>
                <a:off x="7075203" y="3796525"/>
                <a:ext cx="103322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276" extrusionOk="0">
                    <a:moveTo>
                      <a:pt x="167" y="1"/>
                    </a:moveTo>
                    <a:lnTo>
                      <a:pt x="1" y="167"/>
                    </a:lnTo>
                    <a:lnTo>
                      <a:pt x="1110" y="1276"/>
                    </a:lnTo>
                    <a:lnTo>
                      <a:pt x="1276" y="1110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9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109" y="1"/>
                    </a:moveTo>
                    <a:lnTo>
                      <a:pt x="0" y="1110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9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1276" extrusionOk="0">
                    <a:moveTo>
                      <a:pt x="166" y="1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1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5" name="Google Shape;265;p9"/>
            <p:cNvGrpSpPr/>
            <p:nvPr/>
          </p:nvGrpSpPr>
          <p:grpSpPr>
            <a:xfrm>
              <a:off x="5052941" y="-1007875"/>
              <a:ext cx="3372034" cy="3579622"/>
              <a:chOff x="6474042" y="-61911"/>
              <a:chExt cx="4446247" cy="4719966"/>
            </a:xfrm>
          </p:grpSpPr>
          <p:sp>
            <p:nvSpPr>
              <p:cNvPr id="266" name="Google Shape;266;p9"/>
              <p:cNvSpPr/>
              <p:nvPr/>
            </p:nvSpPr>
            <p:spPr>
              <a:xfrm>
                <a:off x="10722788" y="3477982"/>
                <a:ext cx="89810" cy="632716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7820" extrusionOk="0">
                    <a:moveTo>
                      <a:pt x="1109" y="1"/>
                    </a:moveTo>
                    <a:lnTo>
                      <a:pt x="0" y="1110"/>
                    </a:lnTo>
                    <a:lnTo>
                      <a:pt x="0" y="3938"/>
                    </a:lnTo>
                    <a:lnTo>
                      <a:pt x="0" y="6710"/>
                    </a:lnTo>
                    <a:lnTo>
                      <a:pt x="1109" y="7819"/>
                    </a:lnTo>
                    <a:lnTo>
                      <a:pt x="1109" y="3938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9"/>
              <p:cNvSpPr/>
              <p:nvPr/>
            </p:nvSpPr>
            <p:spPr>
              <a:xfrm>
                <a:off x="7286054" y="750183"/>
                <a:ext cx="444277" cy="444196"/>
              </a:xfrm>
              <a:custGeom>
                <a:avLst/>
                <a:gdLst/>
                <a:ahLst/>
                <a:cxnLst/>
                <a:rect l="l" t="t" r="r" b="b"/>
                <a:pathLst>
                  <a:path w="5491" h="5490" extrusionOk="0">
                    <a:moveTo>
                      <a:pt x="1" y="0"/>
                    </a:moveTo>
                    <a:lnTo>
                      <a:pt x="2774" y="2773"/>
                    </a:lnTo>
                    <a:lnTo>
                      <a:pt x="5491" y="5490"/>
                    </a:lnTo>
                    <a:lnTo>
                      <a:pt x="5491" y="3937"/>
                    </a:lnTo>
                    <a:lnTo>
                      <a:pt x="3550" y="1941"/>
                    </a:lnTo>
                    <a:lnTo>
                      <a:pt x="15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9"/>
              <p:cNvSpPr/>
              <p:nvPr/>
            </p:nvSpPr>
            <p:spPr>
              <a:xfrm>
                <a:off x="6474042" y="-61911"/>
                <a:ext cx="183989" cy="184070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275" extrusionOk="0">
                    <a:moveTo>
                      <a:pt x="1165" y="611"/>
                    </a:moveTo>
                    <a:cubicBezTo>
                      <a:pt x="1442" y="611"/>
                      <a:pt x="1664" y="832"/>
                      <a:pt x="1719" y="1165"/>
                    </a:cubicBezTo>
                    <a:cubicBezTo>
                      <a:pt x="1719" y="1442"/>
                      <a:pt x="1442" y="1664"/>
                      <a:pt x="1165" y="1664"/>
                    </a:cubicBezTo>
                    <a:cubicBezTo>
                      <a:pt x="832" y="1664"/>
                      <a:pt x="610" y="1442"/>
                      <a:pt x="610" y="1165"/>
                    </a:cubicBezTo>
                    <a:cubicBezTo>
                      <a:pt x="610" y="832"/>
                      <a:pt x="832" y="611"/>
                      <a:pt x="1165" y="611"/>
                    </a:cubicBezTo>
                    <a:close/>
                    <a:moveTo>
                      <a:pt x="1165" y="1"/>
                    </a:moveTo>
                    <a:cubicBezTo>
                      <a:pt x="499" y="1"/>
                      <a:pt x="0" y="500"/>
                      <a:pt x="0" y="1165"/>
                    </a:cubicBezTo>
                    <a:cubicBezTo>
                      <a:pt x="0" y="1775"/>
                      <a:pt x="499" y="2274"/>
                      <a:pt x="1165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9"/>
              <p:cNvSpPr/>
              <p:nvPr/>
            </p:nvSpPr>
            <p:spPr>
              <a:xfrm>
                <a:off x="10704825" y="4473337"/>
                <a:ext cx="215463" cy="184718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283" extrusionOk="0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9"/>
              <p:cNvSpPr/>
              <p:nvPr/>
            </p:nvSpPr>
            <p:spPr>
              <a:xfrm>
                <a:off x="6590714" y="63742"/>
                <a:ext cx="4262258" cy="4432735"/>
              </a:xfrm>
              <a:custGeom>
                <a:avLst/>
                <a:gdLst/>
                <a:ahLst/>
                <a:cxnLst/>
                <a:rect l="l" t="t" r="r" b="b"/>
                <a:pathLst>
                  <a:path w="52679" h="54786" extrusionOk="0">
                    <a:moveTo>
                      <a:pt x="388" y="0"/>
                    </a:moveTo>
                    <a:lnTo>
                      <a:pt x="0" y="388"/>
                    </a:lnTo>
                    <a:lnTo>
                      <a:pt x="16857" y="17245"/>
                    </a:lnTo>
                    <a:lnTo>
                      <a:pt x="16913" y="17356"/>
                    </a:lnTo>
                    <a:lnTo>
                      <a:pt x="29445" y="17356"/>
                    </a:lnTo>
                    <a:lnTo>
                      <a:pt x="52069" y="39980"/>
                    </a:lnTo>
                    <a:lnTo>
                      <a:pt x="52069" y="54786"/>
                    </a:lnTo>
                    <a:lnTo>
                      <a:pt x="52678" y="54786"/>
                    </a:lnTo>
                    <a:lnTo>
                      <a:pt x="52678" y="39759"/>
                    </a:lnTo>
                    <a:lnTo>
                      <a:pt x="29777" y="16857"/>
                    </a:lnTo>
                    <a:lnTo>
                      <a:pt x="29666" y="16746"/>
                    </a:lnTo>
                    <a:lnTo>
                      <a:pt x="17190" y="16746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1" name="Google Shape;271;p9"/>
            <p:cNvSpPr/>
            <p:nvPr/>
          </p:nvSpPr>
          <p:spPr>
            <a:xfrm>
              <a:off x="7522237" y="-209327"/>
              <a:ext cx="1798786" cy="1791641"/>
            </a:xfrm>
            <a:custGeom>
              <a:avLst/>
              <a:gdLst/>
              <a:ahLst/>
              <a:cxnLst/>
              <a:rect l="l" t="t" r="r" b="b"/>
              <a:pathLst>
                <a:path w="14030" h="13974" extrusionOk="0">
                  <a:moveTo>
                    <a:pt x="1" y="0"/>
                  </a:moveTo>
                  <a:lnTo>
                    <a:pt x="1" y="278"/>
                  </a:lnTo>
                  <a:lnTo>
                    <a:pt x="6211" y="278"/>
                  </a:lnTo>
                  <a:lnTo>
                    <a:pt x="13753" y="7819"/>
                  </a:lnTo>
                  <a:lnTo>
                    <a:pt x="13753" y="13974"/>
                  </a:lnTo>
                  <a:lnTo>
                    <a:pt x="14030" y="13974"/>
                  </a:lnTo>
                  <a:lnTo>
                    <a:pt x="14030" y="7763"/>
                  </a:lnTo>
                  <a:lnTo>
                    <a:pt x="6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" name="Google Shape;272;p9"/>
            <p:cNvGrpSpPr/>
            <p:nvPr/>
          </p:nvGrpSpPr>
          <p:grpSpPr>
            <a:xfrm>
              <a:off x="6066323" y="845916"/>
              <a:ext cx="3431384" cy="3617769"/>
              <a:chOff x="5563238" y="409147"/>
              <a:chExt cx="4473190" cy="4716163"/>
            </a:xfrm>
          </p:grpSpPr>
          <p:sp>
            <p:nvSpPr>
              <p:cNvPr id="273" name="Google Shape;273;p9"/>
              <p:cNvSpPr/>
              <p:nvPr/>
            </p:nvSpPr>
            <p:spPr>
              <a:xfrm>
                <a:off x="5670929" y="956503"/>
                <a:ext cx="89810" cy="632716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7820" extrusionOk="0">
                    <a:moveTo>
                      <a:pt x="1" y="1"/>
                    </a:moveTo>
                    <a:lnTo>
                      <a:pt x="1" y="3883"/>
                    </a:lnTo>
                    <a:lnTo>
                      <a:pt x="1" y="7820"/>
                    </a:lnTo>
                    <a:lnTo>
                      <a:pt x="1110" y="6711"/>
                    </a:lnTo>
                    <a:lnTo>
                      <a:pt x="1110" y="3883"/>
                    </a:lnTo>
                    <a:lnTo>
                      <a:pt x="1110" y="11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9"/>
              <p:cNvSpPr/>
              <p:nvPr/>
            </p:nvSpPr>
            <p:spPr>
              <a:xfrm>
                <a:off x="8748664" y="3872823"/>
                <a:ext cx="448808" cy="444196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5490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1997" y="3549"/>
                    </a:lnTo>
                    <a:lnTo>
                      <a:pt x="3938" y="5490"/>
                    </a:lnTo>
                    <a:lnTo>
                      <a:pt x="5546" y="5490"/>
                    </a:lnTo>
                    <a:lnTo>
                      <a:pt x="2774" y="271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9"/>
              <p:cNvSpPr/>
              <p:nvPr/>
            </p:nvSpPr>
            <p:spPr>
              <a:xfrm>
                <a:off x="9820965" y="4940593"/>
                <a:ext cx="215463" cy="184718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283" extrusionOk="0">
                    <a:moveTo>
                      <a:pt x="1170" y="619"/>
                    </a:moveTo>
                    <a:cubicBezTo>
                      <a:pt x="1306" y="619"/>
                      <a:pt x="1445" y="668"/>
                      <a:pt x="1553" y="777"/>
                    </a:cubicBezTo>
                    <a:cubicBezTo>
                      <a:pt x="1886" y="1110"/>
                      <a:pt x="1609" y="1720"/>
                      <a:pt x="1165" y="1720"/>
                    </a:cubicBezTo>
                    <a:cubicBezTo>
                      <a:pt x="833" y="1664"/>
                      <a:pt x="611" y="1442"/>
                      <a:pt x="611" y="1165"/>
                    </a:cubicBezTo>
                    <a:cubicBezTo>
                      <a:pt x="611" y="829"/>
                      <a:pt x="887" y="619"/>
                      <a:pt x="1170" y="619"/>
                    </a:cubicBezTo>
                    <a:close/>
                    <a:moveTo>
                      <a:pt x="1165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837"/>
                      <a:pt x="553" y="2282"/>
                      <a:pt x="1134" y="2282"/>
                    </a:cubicBezTo>
                    <a:cubicBezTo>
                      <a:pt x="1417" y="2282"/>
                      <a:pt x="1706" y="2177"/>
                      <a:pt x="1942" y="1941"/>
                    </a:cubicBezTo>
                    <a:cubicBezTo>
                      <a:pt x="2662" y="1221"/>
                      <a:pt x="2163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9"/>
              <p:cNvSpPr/>
              <p:nvPr/>
            </p:nvSpPr>
            <p:spPr>
              <a:xfrm>
                <a:off x="5563238" y="409147"/>
                <a:ext cx="184070" cy="184070"/>
              </a:xfrm>
              <a:custGeom>
                <a:avLst/>
                <a:gdLst/>
                <a:ahLst/>
                <a:cxnLst/>
                <a:rect l="l" t="t" r="r" b="b"/>
                <a:pathLst>
                  <a:path w="2275" h="2275" extrusionOk="0">
                    <a:moveTo>
                      <a:pt x="1110" y="611"/>
                    </a:moveTo>
                    <a:cubicBezTo>
                      <a:pt x="1443" y="611"/>
                      <a:pt x="1664" y="833"/>
                      <a:pt x="1664" y="1165"/>
                    </a:cubicBezTo>
                    <a:cubicBezTo>
                      <a:pt x="1664" y="1443"/>
                      <a:pt x="1443" y="1664"/>
                      <a:pt x="1110" y="1664"/>
                    </a:cubicBezTo>
                    <a:cubicBezTo>
                      <a:pt x="833" y="1664"/>
                      <a:pt x="611" y="1443"/>
                      <a:pt x="611" y="1165"/>
                    </a:cubicBezTo>
                    <a:cubicBezTo>
                      <a:pt x="611" y="833"/>
                      <a:pt x="833" y="611"/>
                      <a:pt x="1110" y="611"/>
                    </a:cubicBezTo>
                    <a:close/>
                    <a:moveTo>
                      <a:pt x="1110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775"/>
                      <a:pt x="500" y="2274"/>
                      <a:pt x="1110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9"/>
              <p:cNvSpPr/>
              <p:nvPr/>
            </p:nvSpPr>
            <p:spPr>
              <a:xfrm>
                <a:off x="5630555" y="570724"/>
                <a:ext cx="4262258" cy="4432735"/>
              </a:xfrm>
              <a:custGeom>
                <a:avLst/>
                <a:gdLst/>
                <a:ahLst/>
                <a:cxnLst/>
                <a:rect l="l" t="t" r="r" b="b"/>
                <a:pathLst>
                  <a:path w="52679" h="54786" extrusionOk="0">
                    <a:moveTo>
                      <a:pt x="1" y="0"/>
                    </a:moveTo>
                    <a:lnTo>
                      <a:pt x="1" y="15027"/>
                    </a:lnTo>
                    <a:lnTo>
                      <a:pt x="22902" y="37929"/>
                    </a:lnTo>
                    <a:lnTo>
                      <a:pt x="22957" y="38040"/>
                    </a:lnTo>
                    <a:lnTo>
                      <a:pt x="35489" y="38040"/>
                    </a:lnTo>
                    <a:lnTo>
                      <a:pt x="52235" y="54786"/>
                    </a:lnTo>
                    <a:lnTo>
                      <a:pt x="52679" y="54398"/>
                    </a:lnTo>
                    <a:lnTo>
                      <a:pt x="35822" y="37541"/>
                    </a:lnTo>
                    <a:lnTo>
                      <a:pt x="35711" y="37430"/>
                    </a:lnTo>
                    <a:lnTo>
                      <a:pt x="23235" y="37430"/>
                    </a:lnTo>
                    <a:lnTo>
                      <a:pt x="611" y="14806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9"/>
              <p:cNvSpPr/>
              <p:nvPr/>
            </p:nvSpPr>
            <p:spPr>
              <a:xfrm>
                <a:off x="6043358" y="2181400"/>
                <a:ext cx="1135167" cy="1130636"/>
              </a:xfrm>
              <a:custGeom>
                <a:avLst/>
                <a:gdLst/>
                <a:ahLst/>
                <a:cxnLst/>
                <a:rect l="l" t="t" r="r" b="b"/>
                <a:pathLst>
                  <a:path w="14030" h="13974" extrusionOk="0">
                    <a:moveTo>
                      <a:pt x="0" y="0"/>
                    </a:moveTo>
                    <a:lnTo>
                      <a:pt x="0" y="6211"/>
                    </a:lnTo>
                    <a:lnTo>
                      <a:pt x="7708" y="13974"/>
                    </a:lnTo>
                    <a:lnTo>
                      <a:pt x="14029" y="13974"/>
                    </a:lnTo>
                    <a:lnTo>
                      <a:pt x="14029" y="13697"/>
                    </a:lnTo>
                    <a:lnTo>
                      <a:pt x="7819" y="13697"/>
                    </a:lnTo>
                    <a:lnTo>
                      <a:pt x="222" y="6155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9" name="Google Shape;279;p9"/>
            <p:cNvGrpSpPr/>
            <p:nvPr/>
          </p:nvGrpSpPr>
          <p:grpSpPr>
            <a:xfrm>
              <a:off x="7031838" y="1257845"/>
              <a:ext cx="287456" cy="287456"/>
              <a:chOff x="9708823" y="3047299"/>
              <a:chExt cx="188520" cy="18852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9789572" y="3047299"/>
                <a:ext cx="31474" cy="188520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330" extrusionOk="0">
                    <a:moveTo>
                      <a:pt x="1" y="0"/>
                    </a:moveTo>
                    <a:lnTo>
                      <a:pt x="1" y="2329"/>
                    </a:lnTo>
                    <a:lnTo>
                      <a:pt x="389" y="2329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9708823" y="3128047"/>
                <a:ext cx="188520" cy="27024"/>
              </a:xfrm>
              <a:custGeom>
                <a:avLst/>
                <a:gdLst/>
                <a:ahLst/>
                <a:cxnLst/>
                <a:rect l="l" t="t" r="r" b="b"/>
                <a:pathLst>
                  <a:path w="2330" h="334" extrusionOk="0">
                    <a:moveTo>
                      <a:pt x="1" y="0"/>
                    </a:moveTo>
                    <a:lnTo>
                      <a:pt x="1" y="333"/>
                    </a:lnTo>
                    <a:lnTo>
                      <a:pt x="2329" y="333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>
              <a:off x="8049231" y="4543486"/>
              <a:ext cx="744777" cy="130184"/>
              <a:chOff x="8829494" y="3047299"/>
              <a:chExt cx="744777" cy="130184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9390281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9246746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9"/>
              <p:cNvSpPr/>
              <p:nvPr/>
            </p:nvSpPr>
            <p:spPr>
              <a:xfrm>
                <a:off x="9107662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9"/>
              <p:cNvSpPr/>
              <p:nvPr/>
            </p:nvSpPr>
            <p:spPr>
              <a:xfrm>
                <a:off x="8968578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8829494" y="3047299"/>
                <a:ext cx="183989" cy="130184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1609" extrusionOk="0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>
              <a:off x="5025311" y="4581842"/>
              <a:ext cx="653177" cy="53475"/>
              <a:chOff x="8407710" y="3361310"/>
              <a:chExt cx="713464" cy="58417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8766626" y="3361310"/>
                <a:ext cx="354548" cy="58417"/>
              </a:xfrm>
              <a:custGeom>
                <a:avLst/>
                <a:gdLst/>
                <a:ahLst/>
                <a:cxnLst/>
                <a:rect l="l" t="t" r="r" b="b"/>
                <a:pathLst>
                  <a:path w="4382" h="722" extrusionOk="0">
                    <a:moveTo>
                      <a:pt x="1" y="1"/>
                    </a:moveTo>
                    <a:lnTo>
                      <a:pt x="1" y="722"/>
                    </a:lnTo>
                    <a:lnTo>
                      <a:pt x="4381" y="722"/>
                    </a:lnTo>
                    <a:lnTo>
                      <a:pt x="43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8519851" y="3361310"/>
                <a:ext cx="175089" cy="58417"/>
              </a:xfrm>
              <a:custGeom>
                <a:avLst/>
                <a:gdLst/>
                <a:ahLst/>
                <a:cxnLst/>
                <a:rect l="l" t="t" r="r" b="b"/>
                <a:pathLst>
                  <a:path w="2164" h="722" extrusionOk="0">
                    <a:moveTo>
                      <a:pt x="1" y="1"/>
                    </a:moveTo>
                    <a:lnTo>
                      <a:pt x="1" y="722"/>
                    </a:lnTo>
                    <a:lnTo>
                      <a:pt x="2164" y="722"/>
                    </a:lnTo>
                    <a:lnTo>
                      <a:pt x="21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>
                <a:off x="8407710" y="3361310"/>
                <a:ext cx="58417" cy="58417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22" extrusionOk="0">
                    <a:moveTo>
                      <a:pt x="1" y="1"/>
                    </a:moveTo>
                    <a:lnTo>
                      <a:pt x="1" y="722"/>
                    </a:lnTo>
                    <a:lnTo>
                      <a:pt x="722" y="722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" name="Google Shape;292;p9"/>
            <p:cNvGrpSpPr/>
            <p:nvPr/>
          </p:nvGrpSpPr>
          <p:grpSpPr>
            <a:xfrm>
              <a:off x="7515400" y="2572981"/>
              <a:ext cx="2523342" cy="810715"/>
              <a:chOff x="7683442" y="2402007"/>
              <a:chExt cx="2595230" cy="833811"/>
            </a:xfrm>
          </p:grpSpPr>
          <p:sp>
            <p:nvSpPr>
              <p:cNvPr id="293" name="Google Shape;293;p9"/>
              <p:cNvSpPr/>
              <p:nvPr/>
            </p:nvSpPr>
            <p:spPr>
              <a:xfrm>
                <a:off x="7810998" y="2504392"/>
                <a:ext cx="2467674" cy="731426"/>
              </a:xfrm>
              <a:custGeom>
                <a:avLst/>
                <a:gdLst/>
                <a:ahLst/>
                <a:cxnLst/>
                <a:rect l="l" t="t" r="r" b="b"/>
                <a:pathLst>
                  <a:path w="30499" h="9040" extrusionOk="0">
                    <a:moveTo>
                      <a:pt x="278" y="1"/>
                    </a:moveTo>
                    <a:lnTo>
                      <a:pt x="1" y="278"/>
                    </a:lnTo>
                    <a:lnTo>
                      <a:pt x="3383" y="3660"/>
                    </a:lnTo>
                    <a:lnTo>
                      <a:pt x="24898" y="3660"/>
                    </a:lnTo>
                    <a:lnTo>
                      <a:pt x="30222" y="9039"/>
                    </a:lnTo>
                    <a:lnTo>
                      <a:pt x="30499" y="8762"/>
                    </a:lnTo>
                    <a:lnTo>
                      <a:pt x="25065" y="3272"/>
                    </a:lnTo>
                    <a:lnTo>
                      <a:pt x="3550" y="3272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7683442" y="2402007"/>
                <a:ext cx="163408" cy="140091"/>
              </a:xfrm>
              <a:custGeom>
                <a:avLst/>
                <a:gdLst/>
                <a:ahLst/>
                <a:cxnLst/>
                <a:rect l="l" t="t" r="r" b="b"/>
                <a:pathLst>
                  <a:path w="2663" h="2283" extrusionOk="0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7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"/>
          <p:cNvSpPr txBox="1">
            <a:spLocks noGrp="1"/>
          </p:cNvSpPr>
          <p:nvPr>
            <p:ph type="title" hasCustomPrompt="1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8" name="Google Shape;358;p13"/>
          <p:cNvSpPr txBox="1">
            <a:spLocks noGrp="1"/>
          </p:cNvSpPr>
          <p:nvPr>
            <p:ph type="subTitle" idx="1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359" name="Google Shape;359;p13"/>
          <p:cNvSpPr txBox="1">
            <a:spLocks noGrp="1"/>
          </p:cNvSpPr>
          <p:nvPr>
            <p:ph type="subTitle" idx="2"/>
          </p:nvPr>
        </p:nvSpPr>
        <p:spPr>
          <a:xfrm>
            <a:off x="1234025" y="2249636"/>
            <a:ext cx="28185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3"/>
          <p:cNvSpPr txBox="1">
            <a:spLocks noGrp="1"/>
          </p:cNvSpPr>
          <p:nvPr>
            <p:ph type="title" idx="3" hasCustomPrompt="1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1" name="Google Shape;361;p13"/>
          <p:cNvSpPr txBox="1">
            <a:spLocks noGrp="1"/>
          </p:cNvSpPr>
          <p:nvPr>
            <p:ph type="subTitle" idx="4"/>
          </p:nvPr>
        </p:nvSpPr>
        <p:spPr>
          <a:xfrm>
            <a:off x="5091475" y="1849391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362" name="Google Shape;362;p13"/>
          <p:cNvSpPr txBox="1">
            <a:spLocks noGrp="1"/>
          </p:cNvSpPr>
          <p:nvPr>
            <p:ph type="subTitle" idx="5"/>
          </p:nvPr>
        </p:nvSpPr>
        <p:spPr>
          <a:xfrm>
            <a:off x="5091475" y="2249636"/>
            <a:ext cx="28185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13"/>
          <p:cNvSpPr txBox="1">
            <a:spLocks noGrp="1"/>
          </p:cNvSpPr>
          <p:nvPr>
            <p:ph type="title" idx="6" hasCustomPrompt="1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4" name="Google Shape;364;p13"/>
          <p:cNvSpPr txBox="1">
            <a:spLocks noGrp="1"/>
          </p:cNvSpPr>
          <p:nvPr>
            <p:ph type="subTitle" idx="7"/>
          </p:nvPr>
        </p:nvSpPr>
        <p:spPr>
          <a:xfrm>
            <a:off x="1234025" y="3574317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365" name="Google Shape;365;p13"/>
          <p:cNvSpPr txBox="1">
            <a:spLocks noGrp="1"/>
          </p:cNvSpPr>
          <p:nvPr>
            <p:ph type="subTitle" idx="8"/>
          </p:nvPr>
        </p:nvSpPr>
        <p:spPr>
          <a:xfrm>
            <a:off x="1234025" y="3974562"/>
            <a:ext cx="28185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3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 One"/>
              <a:buNone/>
              <a:defRPr sz="30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367" name="Google Shape;367;p13"/>
          <p:cNvSpPr txBox="1">
            <a:spLocks noGrp="1"/>
          </p:cNvSpPr>
          <p:nvPr>
            <p:ph type="title" idx="13" hasCustomPrompt="1"/>
          </p:nvPr>
        </p:nvSpPr>
        <p:spPr>
          <a:xfrm>
            <a:off x="5958325" y="3002952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8" name="Google Shape;368;p13"/>
          <p:cNvSpPr txBox="1">
            <a:spLocks noGrp="1"/>
          </p:cNvSpPr>
          <p:nvPr>
            <p:ph type="subTitle" idx="14"/>
          </p:nvPr>
        </p:nvSpPr>
        <p:spPr>
          <a:xfrm>
            <a:off x="5091475" y="3574317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369" name="Google Shape;369;p13"/>
          <p:cNvSpPr txBox="1">
            <a:spLocks noGrp="1"/>
          </p:cNvSpPr>
          <p:nvPr>
            <p:ph type="subTitle" idx="15"/>
          </p:nvPr>
        </p:nvSpPr>
        <p:spPr>
          <a:xfrm>
            <a:off x="5091475" y="3974562"/>
            <a:ext cx="28185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370" name="Google Shape;370;p13"/>
          <p:cNvGrpSpPr/>
          <p:nvPr/>
        </p:nvGrpSpPr>
        <p:grpSpPr>
          <a:xfrm>
            <a:off x="-3389800" y="-360873"/>
            <a:ext cx="6322114" cy="7255046"/>
            <a:chOff x="-3389800" y="-360873"/>
            <a:chExt cx="6322114" cy="7255046"/>
          </a:xfrm>
        </p:grpSpPr>
        <p:sp>
          <p:nvSpPr>
            <p:cNvPr id="371" name="Google Shape;371;p13"/>
            <p:cNvSpPr/>
            <p:nvPr/>
          </p:nvSpPr>
          <p:spPr>
            <a:xfrm>
              <a:off x="-3389800" y="-360873"/>
              <a:ext cx="6322114" cy="7255046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13"/>
            <p:cNvGrpSpPr/>
            <p:nvPr/>
          </p:nvGrpSpPr>
          <p:grpSpPr>
            <a:xfrm>
              <a:off x="-1419600" y="387590"/>
              <a:ext cx="2381713" cy="3328977"/>
              <a:chOff x="7655072" y="-407632"/>
              <a:chExt cx="2008529" cy="2807368"/>
            </a:xfrm>
          </p:grpSpPr>
          <p:sp>
            <p:nvSpPr>
              <p:cNvPr id="373" name="Google Shape;373;p13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avLst/>
                <a:gdLst/>
                <a:ahLst/>
                <a:cxnLst/>
                <a:rect l="l" t="t" r="r" b="b"/>
                <a:pathLst>
                  <a:path w="32508" h="45293" extrusionOk="0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3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5600" extrusionOk="0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avLst/>
                <a:gdLst/>
                <a:ahLst/>
                <a:cxnLst/>
                <a:rect l="l" t="t" r="r" b="b"/>
                <a:pathLst>
                  <a:path w="1606" h="1377" extrusionOk="0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3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avLst/>
                <a:gdLst/>
                <a:ahLst/>
                <a:cxnLst/>
                <a:rect l="l" t="t" r="r" b="b"/>
                <a:pathLst>
                  <a:path w="8383" h="4924" extrusionOk="0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8" name="Google Shape;378;p13"/>
            <p:cNvGrpSpPr/>
            <p:nvPr/>
          </p:nvGrpSpPr>
          <p:grpSpPr>
            <a:xfrm>
              <a:off x="-201897" y="42827"/>
              <a:ext cx="1029648" cy="1806572"/>
              <a:chOff x="455034" y="-121633"/>
              <a:chExt cx="629947" cy="1105275"/>
            </a:xfrm>
          </p:grpSpPr>
          <p:sp>
            <p:nvSpPr>
              <p:cNvPr id="379" name="Google Shape;379;p13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3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1" name="Google Shape;381;p13"/>
            <p:cNvGrpSpPr/>
            <p:nvPr/>
          </p:nvGrpSpPr>
          <p:grpSpPr>
            <a:xfrm>
              <a:off x="889287" y="4589548"/>
              <a:ext cx="471865" cy="38050"/>
              <a:chOff x="6298452" y="2390050"/>
              <a:chExt cx="140725" cy="11350"/>
            </a:xfrm>
          </p:grpSpPr>
          <p:sp>
            <p:nvSpPr>
              <p:cNvPr id="382" name="Google Shape;382;p13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2815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3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454" extrusionOk="0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3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54" extrusionOk="0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5" name="Google Shape;385;p13"/>
          <p:cNvGrpSpPr/>
          <p:nvPr/>
        </p:nvGrpSpPr>
        <p:grpSpPr>
          <a:xfrm>
            <a:off x="6133478" y="-1088649"/>
            <a:ext cx="7166740" cy="6435526"/>
            <a:chOff x="6133478" y="-1088649"/>
            <a:chExt cx="7166740" cy="6435526"/>
          </a:xfrm>
        </p:grpSpPr>
        <p:sp>
          <p:nvSpPr>
            <p:cNvPr id="386" name="Google Shape;386;p13"/>
            <p:cNvSpPr/>
            <p:nvPr/>
          </p:nvSpPr>
          <p:spPr>
            <a:xfrm>
              <a:off x="6133478" y="-1088649"/>
              <a:ext cx="7166740" cy="6435526"/>
            </a:xfrm>
            <a:custGeom>
              <a:avLst/>
              <a:gdLst/>
              <a:ahLst/>
              <a:cxnLst/>
              <a:rect l="l" t="t" r="r" b="b"/>
              <a:pathLst>
                <a:path w="71519" h="64222" extrusionOk="0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7" name="Google Shape;387;p13"/>
            <p:cNvGrpSpPr/>
            <p:nvPr/>
          </p:nvGrpSpPr>
          <p:grpSpPr>
            <a:xfrm>
              <a:off x="8193009" y="539516"/>
              <a:ext cx="618213" cy="306426"/>
              <a:chOff x="5989375" y="1843575"/>
              <a:chExt cx="136525" cy="67675"/>
            </a:xfrm>
          </p:grpSpPr>
          <p:sp>
            <p:nvSpPr>
              <p:cNvPr id="388" name="Google Shape;388;p1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1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6" name="Google Shape;396;p13"/>
            <p:cNvGrpSpPr/>
            <p:nvPr/>
          </p:nvGrpSpPr>
          <p:grpSpPr>
            <a:xfrm>
              <a:off x="8389396" y="1055350"/>
              <a:ext cx="1228886" cy="2188720"/>
              <a:chOff x="8389396" y="1055350"/>
              <a:chExt cx="1228886" cy="2188720"/>
            </a:xfrm>
          </p:grpSpPr>
          <p:sp>
            <p:nvSpPr>
              <p:cNvPr id="397" name="Google Shape;397;p1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8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"/>
          <p:cNvSpPr txBox="1">
            <a:spLocks noGrp="1"/>
          </p:cNvSpPr>
          <p:nvPr>
            <p:ph type="title"/>
          </p:nvPr>
        </p:nvSpPr>
        <p:spPr>
          <a:xfrm>
            <a:off x="4587168" y="3394725"/>
            <a:ext cx="36210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l" rtl="0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l" rtl="0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l" rtl="0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l" rtl="0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l" rtl="0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l" rtl="0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l" rtl="0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l" rtl="0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>
            <a:endParaRPr/>
          </a:p>
        </p:txBody>
      </p:sp>
      <p:sp>
        <p:nvSpPr>
          <p:cNvPr id="401" name="Google Shape;401;p14"/>
          <p:cNvSpPr txBox="1">
            <a:spLocks noGrp="1"/>
          </p:cNvSpPr>
          <p:nvPr>
            <p:ph type="subTitle" idx="1"/>
          </p:nvPr>
        </p:nvSpPr>
        <p:spPr>
          <a:xfrm>
            <a:off x="4587168" y="1310750"/>
            <a:ext cx="3621000" cy="193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402" name="Google Shape;402;p14"/>
          <p:cNvSpPr/>
          <p:nvPr/>
        </p:nvSpPr>
        <p:spPr>
          <a:xfrm rot="10800000" flipH="1">
            <a:off x="-2805872" y="-3374010"/>
            <a:ext cx="6654696" cy="7636707"/>
          </a:xfrm>
          <a:custGeom>
            <a:avLst/>
            <a:gdLst/>
            <a:ahLst/>
            <a:cxnLst/>
            <a:rect l="l" t="t" r="r" b="b"/>
            <a:pathLst>
              <a:path w="71832" h="82432" extrusionOk="0">
                <a:moveTo>
                  <a:pt x="205" y="1"/>
                </a:moveTo>
                <a:lnTo>
                  <a:pt x="1" y="205"/>
                </a:lnTo>
                <a:lnTo>
                  <a:pt x="27924" y="28129"/>
                </a:lnTo>
                <a:lnTo>
                  <a:pt x="27924" y="38728"/>
                </a:lnTo>
                <a:lnTo>
                  <a:pt x="36526" y="47330"/>
                </a:lnTo>
                <a:lnTo>
                  <a:pt x="45629" y="56433"/>
                </a:lnTo>
                <a:lnTo>
                  <a:pt x="71627" y="82431"/>
                </a:lnTo>
                <a:lnTo>
                  <a:pt x="71831" y="82227"/>
                </a:lnTo>
                <a:lnTo>
                  <a:pt x="46493" y="56889"/>
                </a:lnTo>
                <a:lnTo>
                  <a:pt x="46493" y="47935"/>
                </a:lnTo>
                <a:lnTo>
                  <a:pt x="53711" y="40954"/>
                </a:lnTo>
                <a:lnTo>
                  <a:pt x="51481" y="38724"/>
                </a:lnTo>
                <a:lnTo>
                  <a:pt x="37095" y="38724"/>
                </a:lnTo>
                <a:lnTo>
                  <a:pt x="32496" y="34125"/>
                </a:lnTo>
                <a:lnTo>
                  <a:pt x="32496" y="32288"/>
                </a:lnTo>
                <a:lnTo>
                  <a:pt x="27924" y="27712"/>
                </a:lnTo>
                <a:lnTo>
                  <a:pt x="27924" y="27720"/>
                </a:lnTo>
                <a:lnTo>
                  <a:pt x="2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3" name="Google Shape;403;p14"/>
          <p:cNvGrpSpPr/>
          <p:nvPr/>
        </p:nvGrpSpPr>
        <p:grpSpPr>
          <a:xfrm>
            <a:off x="6484849" y="3631196"/>
            <a:ext cx="3213277" cy="3529318"/>
            <a:chOff x="6484849" y="3631196"/>
            <a:chExt cx="3213277" cy="3529318"/>
          </a:xfrm>
        </p:grpSpPr>
        <p:sp>
          <p:nvSpPr>
            <p:cNvPr id="404" name="Google Shape;404;p14"/>
            <p:cNvSpPr/>
            <p:nvPr/>
          </p:nvSpPr>
          <p:spPr>
            <a:xfrm>
              <a:off x="7145128" y="3944492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5" name="Google Shape;405;p14"/>
            <p:cNvGrpSpPr/>
            <p:nvPr/>
          </p:nvGrpSpPr>
          <p:grpSpPr>
            <a:xfrm rot="10800000" flipH="1">
              <a:off x="6484849" y="3631196"/>
              <a:ext cx="2431677" cy="3529318"/>
              <a:chOff x="6769513" y="299393"/>
              <a:chExt cx="1308620" cy="1899525"/>
            </a:xfrm>
          </p:grpSpPr>
          <p:sp>
            <p:nvSpPr>
              <p:cNvPr id="406" name="Google Shape;406;p14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4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4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4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4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2" name="Google Shape;412;p14"/>
          <p:cNvGrpSpPr/>
          <p:nvPr/>
        </p:nvGrpSpPr>
        <p:grpSpPr>
          <a:xfrm>
            <a:off x="7545816" y="-192997"/>
            <a:ext cx="2586938" cy="1464987"/>
            <a:chOff x="7545816" y="-192997"/>
            <a:chExt cx="2586938" cy="1464987"/>
          </a:xfrm>
        </p:grpSpPr>
        <p:sp>
          <p:nvSpPr>
            <p:cNvPr id="413" name="Google Shape;413;p14"/>
            <p:cNvSpPr/>
            <p:nvPr/>
          </p:nvSpPr>
          <p:spPr>
            <a:xfrm rot="5400000" flipH="1">
              <a:off x="8106792" y="-753973"/>
              <a:ext cx="1464987" cy="2586938"/>
            </a:xfrm>
            <a:custGeom>
              <a:avLst/>
              <a:gdLst/>
              <a:ahLst/>
              <a:cxnLst/>
              <a:rect l="l" t="t" r="r" b="b"/>
              <a:pathLst>
                <a:path w="9972" h="17609" extrusionOk="0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4" name="Google Shape;414;p14"/>
            <p:cNvGrpSpPr/>
            <p:nvPr/>
          </p:nvGrpSpPr>
          <p:grpSpPr>
            <a:xfrm>
              <a:off x="7545825" y="435764"/>
              <a:ext cx="827314" cy="410158"/>
              <a:chOff x="5989375" y="1843575"/>
              <a:chExt cx="136525" cy="67675"/>
            </a:xfrm>
          </p:grpSpPr>
          <p:sp>
            <p:nvSpPr>
              <p:cNvPr id="415" name="Google Shape;415;p14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4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4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4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4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4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4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4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0"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" name="Google Shape;677;p22"/>
          <p:cNvGrpSpPr/>
          <p:nvPr/>
        </p:nvGrpSpPr>
        <p:grpSpPr>
          <a:xfrm>
            <a:off x="6637249" y="3517397"/>
            <a:ext cx="3213277" cy="3529318"/>
            <a:chOff x="6484849" y="3631196"/>
            <a:chExt cx="3213277" cy="3529318"/>
          </a:xfrm>
        </p:grpSpPr>
        <p:sp>
          <p:nvSpPr>
            <p:cNvPr id="678" name="Google Shape;678;p22"/>
            <p:cNvSpPr/>
            <p:nvPr/>
          </p:nvSpPr>
          <p:spPr>
            <a:xfrm>
              <a:off x="7145128" y="4325492"/>
              <a:ext cx="2552998" cy="1507261"/>
            </a:xfrm>
            <a:custGeom>
              <a:avLst/>
              <a:gdLst/>
              <a:ahLst/>
              <a:cxnLst/>
              <a:rect l="l" t="t" r="r" b="b"/>
              <a:pathLst>
                <a:path w="17209" h="10160" extrusionOk="0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9" name="Google Shape;679;p22"/>
            <p:cNvGrpSpPr/>
            <p:nvPr/>
          </p:nvGrpSpPr>
          <p:grpSpPr>
            <a:xfrm rot="10800000" flipH="1">
              <a:off x="6484849" y="3631196"/>
              <a:ext cx="2431677" cy="3529318"/>
              <a:chOff x="6769513" y="299393"/>
              <a:chExt cx="1308620" cy="1899525"/>
            </a:xfrm>
          </p:grpSpPr>
          <p:sp>
            <p:nvSpPr>
              <p:cNvPr id="680" name="Google Shape;680;p2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2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2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2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2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2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6" name="Google Shape;686;p22"/>
          <p:cNvGrpSpPr/>
          <p:nvPr/>
        </p:nvGrpSpPr>
        <p:grpSpPr>
          <a:xfrm>
            <a:off x="-2910022" y="-3831210"/>
            <a:ext cx="6654696" cy="7636707"/>
            <a:chOff x="-2910022" y="-3831210"/>
            <a:chExt cx="6654696" cy="7636707"/>
          </a:xfrm>
        </p:grpSpPr>
        <p:sp>
          <p:nvSpPr>
            <p:cNvPr id="687" name="Google Shape;687;p22"/>
            <p:cNvSpPr/>
            <p:nvPr/>
          </p:nvSpPr>
          <p:spPr>
            <a:xfrm rot="10800000" flipH="1">
              <a:off x="-2910022" y="-3831210"/>
              <a:ext cx="6654696" cy="7636707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8" name="Google Shape;688;p22"/>
            <p:cNvGrpSpPr/>
            <p:nvPr/>
          </p:nvGrpSpPr>
          <p:grpSpPr>
            <a:xfrm flipH="1">
              <a:off x="-831771" y="-192647"/>
              <a:ext cx="2586938" cy="1464987"/>
              <a:chOff x="7545816" y="-192997"/>
              <a:chExt cx="2586938" cy="1464987"/>
            </a:xfrm>
          </p:grpSpPr>
          <p:sp>
            <p:nvSpPr>
              <p:cNvPr id="689" name="Google Shape;689;p22"/>
              <p:cNvSpPr/>
              <p:nvPr/>
            </p:nvSpPr>
            <p:spPr>
              <a:xfrm rot="5400000" flipH="1">
                <a:off x="8106792" y="-753973"/>
                <a:ext cx="1464987" cy="2586938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90" name="Google Shape;690;p22"/>
              <p:cNvGrpSpPr/>
              <p:nvPr/>
            </p:nvGrpSpPr>
            <p:grpSpPr>
              <a:xfrm>
                <a:off x="7545825" y="435764"/>
                <a:ext cx="827314" cy="410158"/>
                <a:chOff x="5989375" y="1843575"/>
                <a:chExt cx="136525" cy="67675"/>
              </a:xfrm>
            </p:grpSpPr>
            <p:sp>
              <p:nvSpPr>
                <p:cNvPr id="691" name="Google Shape;691;p22"/>
                <p:cNvSpPr/>
                <p:nvPr/>
              </p:nvSpPr>
              <p:spPr>
                <a:xfrm>
                  <a:off x="6047225" y="1843575"/>
                  <a:ext cx="20525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22" extrusionOk="0">
                      <a:moveTo>
                        <a:pt x="709" y="0"/>
                      </a:moveTo>
                      <a:lnTo>
                        <a:pt x="0" y="709"/>
                      </a:lnTo>
                      <a:lnTo>
                        <a:pt x="112" y="821"/>
                      </a:lnTo>
                      <a:lnTo>
                        <a:pt x="821" y="113"/>
                      </a:lnTo>
                      <a:lnTo>
                        <a:pt x="70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22"/>
                <p:cNvSpPr/>
                <p:nvPr/>
              </p:nvSpPr>
              <p:spPr>
                <a:xfrm>
                  <a:off x="6047225" y="1843575"/>
                  <a:ext cx="20525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822" extrusionOk="0">
                      <a:moveTo>
                        <a:pt x="112" y="0"/>
                      </a:moveTo>
                      <a:lnTo>
                        <a:pt x="0" y="113"/>
                      </a:lnTo>
                      <a:lnTo>
                        <a:pt x="709" y="821"/>
                      </a:lnTo>
                      <a:lnTo>
                        <a:pt x="821" y="709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22"/>
                <p:cNvSpPr/>
                <p:nvPr/>
              </p:nvSpPr>
              <p:spPr>
                <a:xfrm>
                  <a:off x="5989475" y="1843675"/>
                  <a:ext cx="206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" h="822" extrusionOk="0">
                      <a:moveTo>
                        <a:pt x="713" y="0"/>
                      </a:moveTo>
                      <a:lnTo>
                        <a:pt x="1" y="709"/>
                      </a:lnTo>
                      <a:lnTo>
                        <a:pt x="113" y="821"/>
                      </a:lnTo>
                      <a:lnTo>
                        <a:pt x="825" y="113"/>
                      </a:lnTo>
                      <a:lnTo>
                        <a:pt x="71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22"/>
                <p:cNvSpPr/>
                <p:nvPr/>
              </p:nvSpPr>
              <p:spPr>
                <a:xfrm>
                  <a:off x="5989375" y="1843575"/>
                  <a:ext cx="20650" cy="2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" h="822" extrusionOk="0">
                      <a:moveTo>
                        <a:pt x="117" y="0"/>
                      </a:moveTo>
                      <a:lnTo>
                        <a:pt x="1" y="113"/>
                      </a:lnTo>
                      <a:lnTo>
                        <a:pt x="713" y="821"/>
                      </a:lnTo>
                      <a:lnTo>
                        <a:pt x="825" y="709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22"/>
                <p:cNvSpPr/>
                <p:nvPr/>
              </p:nvSpPr>
              <p:spPr>
                <a:xfrm>
                  <a:off x="6105350" y="1890600"/>
                  <a:ext cx="20550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826" extrusionOk="0">
                      <a:moveTo>
                        <a:pt x="709" y="1"/>
                      </a:moveTo>
                      <a:lnTo>
                        <a:pt x="1" y="713"/>
                      </a:lnTo>
                      <a:lnTo>
                        <a:pt x="113" y="825"/>
                      </a:lnTo>
                      <a:lnTo>
                        <a:pt x="821" y="113"/>
                      </a:lnTo>
                      <a:lnTo>
                        <a:pt x="70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22"/>
                <p:cNvSpPr/>
                <p:nvPr/>
              </p:nvSpPr>
              <p:spPr>
                <a:xfrm>
                  <a:off x="6105350" y="1890600"/>
                  <a:ext cx="20550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" h="826" extrusionOk="0">
                      <a:moveTo>
                        <a:pt x="113" y="1"/>
                      </a:moveTo>
                      <a:lnTo>
                        <a:pt x="1" y="113"/>
                      </a:lnTo>
                      <a:lnTo>
                        <a:pt x="709" y="825"/>
                      </a:lnTo>
                      <a:lnTo>
                        <a:pt x="821" y="709"/>
                      </a:lnTo>
                      <a:lnTo>
                        <a:pt x="11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22"/>
                <p:cNvSpPr/>
                <p:nvPr/>
              </p:nvSpPr>
              <p:spPr>
                <a:xfrm>
                  <a:off x="6047525" y="1890600"/>
                  <a:ext cx="206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" h="826" extrusionOk="0">
                      <a:moveTo>
                        <a:pt x="713" y="1"/>
                      </a:moveTo>
                      <a:lnTo>
                        <a:pt x="0" y="709"/>
                      </a:lnTo>
                      <a:lnTo>
                        <a:pt x="116" y="825"/>
                      </a:lnTo>
                      <a:lnTo>
                        <a:pt x="825" y="113"/>
                      </a:lnTo>
                      <a:lnTo>
                        <a:pt x="71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8" name="Google Shape;698;p22"/>
                <p:cNvSpPr/>
                <p:nvPr/>
              </p:nvSpPr>
              <p:spPr>
                <a:xfrm>
                  <a:off x="6047525" y="1890600"/>
                  <a:ext cx="20625" cy="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" h="826" extrusionOk="0">
                      <a:moveTo>
                        <a:pt x="112" y="1"/>
                      </a:moveTo>
                      <a:lnTo>
                        <a:pt x="0" y="113"/>
                      </a:lnTo>
                      <a:lnTo>
                        <a:pt x="713" y="825"/>
                      </a:lnTo>
                      <a:lnTo>
                        <a:pt x="825" y="70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99" name="Google Shape;699;p2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2_1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oogle Shape;721;p24"/>
          <p:cNvGrpSpPr/>
          <p:nvPr/>
        </p:nvGrpSpPr>
        <p:grpSpPr>
          <a:xfrm>
            <a:off x="6302380" y="-753973"/>
            <a:ext cx="4838246" cy="8737202"/>
            <a:chOff x="6149980" y="-753973"/>
            <a:chExt cx="4838246" cy="8737202"/>
          </a:xfrm>
        </p:grpSpPr>
        <p:sp>
          <p:nvSpPr>
            <p:cNvPr id="722" name="Google Shape;722;p24"/>
            <p:cNvSpPr/>
            <p:nvPr/>
          </p:nvSpPr>
          <p:spPr>
            <a:xfrm rot="10800000">
              <a:off x="6501374" y="2350375"/>
              <a:ext cx="4486853" cy="2966613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3" name="Google Shape;723;p24"/>
            <p:cNvGrpSpPr/>
            <p:nvPr/>
          </p:nvGrpSpPr>
          <p:grpSpPr>
            <a:xfrm flipH="1">
              <a:off x="7623943" y="2421824"/>
              <a:ext cx="300359" cy="299855"/>
              <a:chOff x="1466575" y="2391250"/>
              <a:chExt cx="59575" cy="59475"/>
            </a:xfrm>
          </p:grpSpPr>
          <p:sp>
            <p:nvSpPr>
              <p:cNvPr id="724" name="Google Shape;724;p24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379" extrusionOk="0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24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avLst/>
                <a:gdLst/>
                <a:ahLst/>
                <a:cxnLst/>
                <a:rect l="l" t="t" r="r" b="b"/>
                <a:pathLst>
                  <a:path w="2383" h="377" extrusionOk="0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6" name="Google Shape;726;p24"/>
            <p:cNvGrpSpPr/>
            <p:nvPr/>
          </p:nvGrpSpPr>
          <p:grpSpPr>
            <a:xfrm flipH="1">
              <a:off x="6149980" y="-661273"/>
              <a:ext cx="2817846" cy="4069237"/>
              <a:chOff x="278245" y="-184325"/>
              <a:chExt cx="2358228" cy="3405504"/>
            </a:xfrm>
          </p:grpSpPr>
          <p:grpSp>
            <p:nvGrpSpPr>
              <p:cNvPr id="727" name="Google Shape;727;p24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728" name="Google Shape;728;p24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" name="Google Shape;729;p24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" name="Google Shape;732;p24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33" name="Google Shape;733;p24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4" name="Google Shape;734;p24"/>
            <p:cNvSpPr/>
            <p:nvPr/>
          </p:nvSpPr>
          <p:spPr>
            <a:xfrm rot="10800000">
              <a:off x="8012311" y="-753973"/>
              <a:ext cx="1464987" cy="2586938"/>
            </a:xfrm>
            <a:custGeom>
              <a:avLst/>
              <a:gdLst/>
              <a:ahLst/>
              <a:cxnLst/>
              <a:rect l="l" t="t" r="r" b="b"/>
              <a:pathLst>
                <a:path w="9972" h="17609" extrusionOk="0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5" name="Google Shape;735;p24"/>
            <p:cNvGrpSpPr/>
            <p:nvPr/>
          </p:nvGrpSpPr>
          <p:grpSpPr>
            <a:xfrm>
              <a:off x="7560791" y="3580603"/>
              <a:ext cx="3173104" cy="4402627"/>
              <a:chOff x="2132995" y="960308"/>
              <a:chExt cx="496177" cy="688438"/>
            </a:xfrm>
          </p:grpSpPr>
          <p:sp>
            <p:nvSpPr>
              <p:cNvPr id="736" name="Google Shape;736;p24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avLst/>
                <a:gdLst/>
                <a:ahLst/>
                <a:cxnLst/>
                <a:rect l="l" t="t" r="r" b="b"/>
                <a:pathLst>
                  <a:path w="10363" h="14437" extrusionOk="0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24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7" extrusionOk="0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24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43" extrusionOk="0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24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avLst/>
                <a:gdLst/>
                <a:ahLst/>
                <a:cxnLst/>
                <a:rect l="l" t="t" r="r" b="b"/>
                <a:pathLst>
                  <a:path w="520" h="440" extrusionOk="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24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avLst/>
                <a:gdLst/>
                <a:ahLst/>
                <a:cxnLst/>
                <a:rect l="l" t="t" r="r" b="b"/>
                <a:pathLst>
                  <a:path w="2672" h="1566" extrusionOk="0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1" name="Google Shape;741;p24"/>
          <p:cNvGrpSpPr/>
          <p:nvPr/>
        </p:nvGrpSpPr>
        <p:grpSpPr>
          <a:xfrm>
            <a:off x="-2749105" y="-2045480"/>
            <a:ext cx="6654696" cy="9234460"/>
            <a:chOff x="-2596705" y="-2045480"/>
            <a:chExt cx="6654696" cy="9234460"/>
          </a:xfrm>
        </p:grpSpPr>
        <p:grpSp>
          <p:nvGrpSpPr>
            <p:cNvPr id="742" name="Google Shape;742;p24"/>
            <p:cNvGrpSpPr/>
            <p:nvPr/>
          </p:nvGrpSpPr>
          <p:grpSpPr>
            <a:xfrm flipH="1">
              <a:off x="722369" y="491148"/>
              <a:ext cx="801674" cy="397824"/>
              <a:chOff x="1622300" y="2291700"/>
              <a:chExt cx="118800" cy="58950"/>
            </a:xfrm>
          </p:grpSpPr>
          <p:sp>
            <p:nvSpPr>
              <p:cNvPr id="743" name="Google Shape;743;p24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3" extrusionOk="0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24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2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2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2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2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717" extrusionOk="0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24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24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17" extrusionOk="0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1" name="Google Shape;751;p24"/>
            <p:cNvSpPr/>
            <p:nvPr/>
          </p:nvSpPr>
          <p:spPr>
            <a:xfrm>
              <a:off x="-2596705" y="-1246603"/>
              <a:ext cx="6654696" cy="7636707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2" name="Google Shape;752;p24"/>
            <p:cNvGrpSpPr/>
            <p:nvPr/>
          </p:nvGrpSpPr>
          <p:grpSpPr>
            <a:xfrm rot="10800000">
              <a:off x="-1185762" y="-2045480"/>
              <a:ext cx="2901864" cy="4211818"/>
              <a:chOff x="6769513" y="299393"/>
              <a:chExt cx="1308620" cy="1899525"/>
            </a:xfrm>
          </p:grpSpPr>
          <p:sp>
            <p:nvSpPr>
              <p:cNvPr id="753" name="Google Shape;753;p24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24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24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24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24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24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24"/>
            <p:cNvSpPr/>
            <p:nvPr/>
          </p:nvSpPr>
          <p:spPr>
            <a:xfrm rot="10800000">
              <a:off x="1102163" y="4774798"/>
              <a:ext cx="727762" cy="727762"/>
            </a:xfrm>
            <a:custGeom>
              <a:avLst/>
              <a:gdLst/>
              <a:ahLst/>
              <a:cxnLst/>
              <a:rect l="l" t="t" r="r" b="b"/>
              <a:pathLst>
                <a:path w="9936" h="9936" fill="none" extrusionOk="0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0" name="Google Shape;760;p24"/>
            <p:cNvGrpSpPr/>
            <p:nvPr/>
          </p:nvGrpSpPr>
          <p:grpSpPr>
            <a:xfrm flipH="1">
              <a:off x="-1973878" y="2737381"/>
              <a:ext cx="3265346" cy="3441180"/>
              <a:chOff x="2011428" y="602777"/>
              <a:chExt cx="774292" cy="815987"/>
            </a:xfrm>
          </p:grpSpPr>
          <p:sp>
            <p:nvSpPr>
              <p:cNvPr id="761" name="Google Shape;761;p24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avLst/>
                <a:gdLst/>
                <a:ahLst/>
                <a:cxnLst/>
                <a:rect l="l" t="t" r="r" b="b"/>
                <a:pathLst>
                  <a:path w="342" h="2391" extrusionOk="0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24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1686" extrusionOk="0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24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7" h="701" extrusionOk="0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24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01" extrusionOk="0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24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avLst/>
                <a:gdLst/>
                <a:ahLst/>
                <a:cxnLst/>
                <a:rect l="l" t="t" r="r" b="b"/>
                <a:pathLst>
                  <a:path w="16156" h="16803" extrusionOk="0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24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4288" extrusionOk="0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24"/>
            <p:cNvGrpSpPr/>
            <p:nvPr/>
          </p:nvGrpSpPr>
          <p:grpSpPr>
            <a:xfrm rot="-5400000">
              <a:off x="-1256153" y="3835717"/>
              <a:ext cx="3265346" cy="3441180"/>
              <a:chOff x="2011428" y="602777"/>
              <a:chExt cx="774292" cy="815987"/>
            </a:xfrm>
          </p:grpSpPr>
          <p:sp>
            <p:nvSpPr>
              <p:cNvPr id="768" name="Google Shape;768;p24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avLst/>
                <a:gdLst/>
                <a:ahLst/>
                <a:cxnLst/>
                <a:rect l="l" t="t" r="r" b="b"/>
                <a:pathLst>
                  <a:path w="342" h="2391" extrusionOk="0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24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1686" extrusionOk="0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24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7" h="701" extrusionOk="0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24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01" extrusionOk="0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24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avLst/>
                <a:gdLst/>
                <a:ahLst/>
                <a:cxnLst/>
                <a:rect l="l" t="t" r="r" b="b"/>
                <a:pathLst>
                  <a:path w="16156" h="16803" extrusionOk="0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24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avLst/>
                <a:gdLst/>
                <a:ahLst/>
                <a:cxnLst/>
                <a:rect l="l" t="t" r="r" b="b"/>
                <a:pathLst>
                  <a:path w="4297" h="4288" extrusionOk="0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74" name="Google Shape;774;p24"/>
          <p:cNvSpPr txBox="1">
            <a:spLocks noGrp="1"/>
          </p:cNvSpPr>
          <p:nvPr>
            <p:ph type="title"/>
          </p:nvPr>
        </p:nvSpPr>
        <p:spPr>
          <a:xfrm>
            <a:off x="2646000" y="491162"/>
            <a:ext cx="3852000" cy="9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75" name="Google Shape;775;p24"/>
          <p:cNvSpPr txBox="1">
            <a:spLocks noGrp="1"/>
          </p:cNvSpPr>
          <p:nvPr>
            <p:ph type="subTitle" idx="1"/>
          </p:nvPr>
        </p:nvSpPr>
        <p:spPr>
          <a:xfrm>
            <a:off x="2646000" y="1407566"/>
            <a:ext cx="3852000" cy="10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24"/>
          <p:cNvSpPr txBox="1"/>
          <p:nvPr/>
        </p:nvSpPr>
        <p:spPr>
          <a:xfrm>
            <a:off x="2779350" y="3548507"/>
            <a:ext cx="35853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Google Shape;778;p25"/>
          <p:cNvGrpSpPr/>
          <p:nvPr/>
        </p:nvGrpSpPr>
        <p:grpSpPr>
          <a:xfrm>
            <a:off x="-1296571" y="-620648"/>
            <a:ext cx="3482238" cy="4516379"/>
            <a:chOff x="-1296571" y="-620648"/>
            <a:chExt cx="3482238" cy="4516379"/>
          </a:xfrm>
        </p:grpSpPr>
        <p:sp>
          <p:nvSpPr>
            <p:cNvPr id="779" name="Google Shape;779;p25"/>
            <p:cNvSpPr/>
            <p:nvPr/>
          </p:nvSpPr>
          <p:spPr>
            <a:xfrm>
              <a:off x="-1296571" y="0"/>
              <a:ext cx="3031826" cy="2004580"/>
            </a:xfrm>
            <a:custGeom>
              <a:avLst/>
              <a:gdLst/>
              <a:ahLst/>
              <a:cxnLst/>
              <a:rect l="l" t="t" r="r" b="b"/>
              <a:pathLst>
                <a:path w="24054" h="15904" extrusionOk="0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0" name="Google Shape;780;p25"/>
            <p:cNvGrpSpPr/>
            <p:nvPr/>
          </p:nvGrpSpPr>
          <p:grpSpPr>
            <a:xfrm>
              <a:off x="-941814" y="-620648"/>
              <a:ext cx="3127481" cy="4516379"/>
              <a:chOff x="278245" y="-184325"/>
              <a:chExt cx="2358228" cy="3405504"/>
            </a:xfrm>
          </p:grpSpPr>
          <p:grpSp>
            <p:nvGrpSpPr>
              <p:cNvPr id="781" name="Google Shape;781;p25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782" name="Google Shape;782;p25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81" h="4780" extrusionOk="0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3" name="Google Shape;783;p25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" h="1177" extrusionOk="0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4" name="Google Shape;784;p25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0" h="34353" extrusionOk="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5" name="Google Shape;785;p25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4823" extrusionOk="0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6" name="Google Shape;786;p25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6" h="8175" extrusionOk="0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87" name="Google Shape;787;p25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avLst/>
                <a:gdLst/>
                <a:ahLst/>
                <a:cxnLst/>
                <a:rect l="l" t="t" r="r" b="b"/>
                <a:pathLst>
                  <a:path w="1372" h="1177" extrusionOk="0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88" name="Google Shape;788;p25"/>
          <p:cNvGrpSpPr/>
          <p:nvPr/>
        </p:nvGrpSpPr>
        <p:grpSpPr>
          <a:xfrm>
            <a:off x="5245253" y="-441860"/>
            <a:ext cx="6654696" cy="9380356"/>
            <a:chOff x="5245253" y="-441860"/>
            <a:chExt cx="6654696" cy="9380356"/>
          </a:xfrm>
        </p:grpSpPr>
        <p:sp>
          <p:nvSpPr>
            <p:cNvPr id="789" name="Google Shape;789;p25"/>
            <p:cNvSpPr/>
            <p:nvPr/>
          </p:nvSpPr>
          <p:spPr>
            <a:xfrm rot="10800000" flipH="1">
              <a:off x="5245253" y="1301790"/>
              <a:ext cx="6654696" cy="7636707"/>
            </a:xfrm>
            <a:custGeom>
              <a:avLst/>
              <a:gdLst/>
              <a:ahLst/>
              <a:cxnLst/>
              <a:rect l="l" t="t" r="r" b="b"/>
              <a:pathLst>
                <a:path w="71832" h="82432" extrusionOk="0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0" name="Google Shape;790;p25"/>
            <p:cNvGrpSpPr/>
            <p:nvPr/>
          </p:nvGrpSpPr>
          <p:grpSpPr>
            <a:xfrm flipH="1">
              <a:off x="8418770" y="-441860"/>
              <a:ext cx="2708843" cy="3931638"/>
              <a:chOff x="6769513" y="299393"/>
              <a:chExt cx="1308620" cy="1899525"/>
            </a:xfrm>
          </p:grpSpPr>
          <p:sp>
            <p:nvSpPr>
              <p:cNvPr id="791" name="Google Shape;791;p25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avLst/>
                <a:gdLst/>
                <a:ahLst/>
                <a:cxnLst/>
                <a:rect l="l" t="t" r="r" b="b"/>
                <a:pathLst>
                  <a:path w="4564" h="4564" extrusionOk="0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25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121" extrusionOk="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25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avLst/>
                <a:gdLst/>
                <a:ahLst/>
                <a:cxnLst/>
                <a:rect l="l" t="t" r="r" b="b"/>
                <a:pathLst>
                  <a:path w="1122" h="1118" extrusionOk="0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25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avLst/>
                <a:gdLst/>
                <a:ahLst/>
                <a:cxnLst/>
                <a:rect l="l" t="t" r="r" b="b"/>
                <a:pathLst>
                  <a:path w="22925" h="32804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25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4155" extrusionOk="0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25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avLst/>
                <a:gdLst/>
                <a:ahLst/>
                <a:cxnLst/>
                <a:rect l="l" t="t" r="r" b="b"/>
                <a:pathLst>
                  <a:path w="4945" h="7807" extrusionOk="0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7" name="Google Shape;797;p25"/>
            <p:cNvSpPr/>
            <p:nvPr/>
          </p:nvSpPr>
          <p:spPr>
            <a:xfrm rot="10800000" flipH="1">
              <a:off x="8322117" y="3604890"/>
              <a:ext cx="1464987" cy="2586938"/>
            </a:xfrm>
            <a:custGeom>
              <a:avLst/>
              <a:gdLst/>
              <a:ahLst/>
              <a:cxnLst/>
              <a:rect l="l" t="t" r="r" b="b"/>
              <a:pathLst>
                <a:path w="9972" h="17609" extrusionOk="0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5"/>
            <p:cNvSpPr/>
            <p:nvPr/>
          </p:nvSpPr>
          <p:spPr>
            <a:xfrm rot="10800000" flipH="1">
              <a:off x="8796218" y="3575323"/>
              <a:ext cx="727762" cy="727762"/>
            </a:xfrm>
            <a:custGeom>
              <a:avLst/>
              <a:gdLst/>
              <a:ahLst/>
              <a:cxnLst/>
              <a:rect l="l" t="t" r="r" b="b"/>
              <a:pathLst>
                <a:path w="9936" h="9936" fill="none" extrusionOk="0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miter lim="400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0" name="Google Shape;800;p26"/>
          <p:cNvGrpSpPr/>
          <p:nvPr/>
        </p:nvGrpSpPr>
        <p:grpSpPr>
          <a:xfrm rot="10800000" flipH="1">
            <a:off x="8002875" y="-893617"/>
            <a:ext cx="1599393" cy="2188720"/>
            <a:chOff x="8051125" y="4018221"/>
            <a:chExt cx="1599393" cy="2188720"/>
          </a:xfrm>
        </p:grpSpPr>
        <p:sp>
          <p:nvSpPr>
            <p:cNvPr id="801" name="Google Shape;801;p26"/>
            <p:cNvSpPr/>
            <p:nvPr/>
          </p:nvSpPr>
          <p:spPr>
            <a:xfrm>
              <a:off x="8051125" y="4157250"/>
              <a:ext cx="1311339" cy="1311189"/>
            </a:xfrm>
            <a:custGeom>
              <a:avLst/>
              <a:gdLst/>
              <a:ahLst/>
              <a:cxnLst/>
              <a:rect l="l" t="t" r="r" b="b"/>
              <a:pathLst>
                <a:path w="8763" h="8762" extrusionOk="0">
                  <a:moveTo>
                    <a:pt x="8762" y="1"/>
                  </a:moveTo>
                  <a:lnTo>
                    <a:pt x="4382" y="4381"/>
                  </a:lnTo>
                  <a:lnTo>
                    <a:pt x="1" y="8762"/>
                  </a:lnTo>
                  <a:lnTo>
                    <a:pt x="2496" y="8762"/>
                  </a:lnTo>
                  <a:lnTo>
                    <a:pt x="5602" y="5657"/>
                  </a:lnTo>
                  <a:lnTo>
                    <a:pt x="8762" y="2496"/>
                  </a:lnTo>
                  <a:lnTo>
                    <a:pt x="8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2" name="Google Shape;802;p26"/>
            <p:cNvGrpSpPr/>
            <p:nvPr/>
          </p:nvGrpSpPr>
          <p:grpSpPr>
            <a:xfrm>
              <a:off x="8421632" y="4018221"/>
              <a:ext cx="1228886" cy="2188720"/>
              <a:chOff x="8389396" y="1055350"/>
              <a:chExt cx="1228886" cy="2188720"/>
            </a:xfrm>
          </p:grpSpPr>
          <p:sp>
            <p:nvSpPr>
              <p:cNvPr id="803" name="Google Shape;803;p26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26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avLst/>
                <a:gdLst/>
                <a:ahLst/>
                <a:cxnLst/>
                <a:rect l="l" t="t" r="r" b="b"/>
                <a:pathLst>
                  <a:path w="1374" h="1373" extrusionOk="0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05" name="Google Shape;805;p26"/>
          <p:cNvGrpSpPr/>
          <p:nvPr/>
        </p:nvGrpSpPr>
        <p:grpSpPr>
          <a:xfrm>
            <a:off x="-2361718" y="1128115"/>
            <a:ext cx="6322114" cy="7255046"/>
            <a:chOff x="-2361718" y="747115"/>
            <a:chExt cx="6322114" cy="7255046"/>
          </a:xfrm>
        </p:grpSpPr>
        <p:grpSp>
          <p:nvGrpSpPr>
            <p:cNvPr id="806" name="Google Shape;806;p26"/>
            <p:cNvGrpSpPr/>
            <p:nvPr/>
          </p:nvGrpSpPr>
          <p:grpSpPr>
            <a:xfrm rot="10800000">
              <a:off x="-2361718" y="747115"/>
              <a:ext cx="6322114" cy="7255046"/>
              <a:chOff x="-2504900" y="1005827"/>
              <a:chExt cx="6322114" cy="7255046"/>
            </a:xfrm>
          </p:grpSpPr>
          <p:sp>
            <p:nvSpPr>
              <p:cNvPr id="807" name="Google Shape;807;p26"/>
              <p:cNvSpPr/>
              <p:nvPr/>
            </p:nvSpPr>
            <p:spPr>
              <a:xfrm>
                <a:off x="-2504900" y="1005827"/>
                <a:ext cx="6322114" cy="7255046"/>
              </a:xfrm>
              <a:custGeom>
                <a:avLst/>
                <a:gdLst/>
                <a:ahLst/>
                <a:cxnLst/>
                <a:rect l="l" t="t" r="r" b="b"/>
                <a:pathLst>
                  <a:path w="71832" h="82432" extrusionOk="0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6"/>
              <p:cNvSpPr/>
              <p:nvPr/>
            </p:nvSpPr>
            <p:spPr>
              <a:xfrm>
                <a:off x="498666" y="3857823"/>
                <a:ext cx="1196665" cy="2113124"/>
              </a:xfrm>
              <a:custGeom>
                <a:avLst/>
                <a:gdLst/>
                <a:ahLst/>
                <a:cxnLst/>
                <a:rect l="l" t="t" r="r" b="b"/>
                <a:pathLst>
                  <a:path w="9972" h="17609" extrusionOk="0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9" name="Google Shape;809;p26"/>
            <p:cNvGrpSpPr/>
            <p:nvPr/>
          </p:nvGrpSpPr>
          <p:grpSpPr>
            <a:xfrm rot="-5400000" flipH="1">
              <a:off x="413271" y="3223016"/>
              <a:ext cx="618213" cy="306426"/>
              <a:chOff x="5989375" y="1843575"/>
              <a:chExt cx="136525" cy="67675"/>
            </a:xfrm>
          </p:grpSpPr>
          <p:sp>
            <p:nvSpPr>
              <p:cNvPr id="810" name="Google Shape;810;p26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26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1" h="822" extrusionOk="0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26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26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822" extrusionOk="0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26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26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6" extrusionOk="0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26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26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825" h="826" extrusionOk="0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rbitron"/>
              <a:buNone/>
              <a:defRPr sz="30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8" r:id="rId7"/>
    <p:sldLayoutId id="2147483659" r:id="rId8"/>
    <p:sldLayoutId id="2147483660" r:id="rId9"/>
    <p:sldLayoutId id="2147483668" r:id="rId10"/>
    <p:sldLayoutId id="2147483670" r:id="rId11"/>
    <p:sldLayoutId id="2147483671" r:id="rId12"/>
    <p:sldLayoutId id="214748367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0"/>
          <p:cNvSpPr/>
          <p:nvPr/>
        </p:nvSpPr>
        <p:spPr>
          <a:xfrm>
            <a:off x="12812293" y="872774"/>
            <a:ext cx="144983" cy="272315"/>
          </a:xfrm>
          <a:custGeom>
            <a:avLst/>
            <a:gdLst/>
            <a:ahLst/>
            <a:cxnLst/>
            <a:rect l="l" t="t" r="r" b="b"/>
            <a:pathLst>
              <a:path w="739" h="1388" extrusionOk="0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0"/>
          <p:cNvSpPr/>
          <p:nvPr/>
        </p:nvSpPr>
        <p:spPr>
          <a:xfrm>
            <a:off x="12634741" y="984406"/>
            <a:ext cx="165975" cy="226210"/>
          </a:xfrm>
          <a:custGeom>
            <a:avLst/>
            <a:gdLst/>
            <a:ahLst/>
            <a:cxnLst/>
            <a:rect l="l" t="t" r="r" b="b"/>
            <a:pathLst>
              <a:path w="846" h="1153" extrusionOk="0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0"/>
          <p:cNvSpPr/>
          <p:nvPr/>
        </p:nvSpPr>
        <p:spPr>
          <a:xfrm>
            <a:off x="12359096" y="2644566"/>
            <a:ext cx="116928" cy="53953"/>
          </a:xfrm>
          <a:custGeom>
            <a:avLst/>
            <a:gdLst/>
            <a:ahLst/>
            <a:cxnLst/>
            <a:rect l="l" t="t" r="r" b="b"/>
            <a:pathLst>
              <a:path w="596" h="275" fill="none" extrusionOk="0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w="4475" cap="rnd" cmpd="sng">
            <a:solidFill>
              <a:srgbClr val="2AB59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30"/>
          <p:cNvSpPr txBox="1">
            <a:spLocks noGrp="1"/>
          </p:cNvSpPr>
          <p:nvPr>
            <p:ph type="ctrTitle"/>
          </p:nvPr>
        </p:nvSpPr>
        <p:spPr>
          <a:xfrm>
            <a:off x="1596759" y="1263600"/>
            <a:ext cx="5950457" cy="21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 pitchFamily="2" charset="0"/>
              </a:rPr>
              <a:t>QUẢN LÝ BÁN HÀNG QUẦN ÁO</a:t>
            </a:r>
            <a:endParaRPr dirty="0">
              <a:latin typeface="Oswald" pitchFamily="2" charset="0"/>
            </a:endParaRPr>
          </a:p>
        </p:txBody>
      </p:sp>
      <p:sp>
        <p:nvSpPr>
          <p:cNvPr id="832" name="Google Shape;832;p30"/>
          <p:cNvSpPr txBox="1">
            <a:spLocks noGrp="1"/>
          </p:cNvSpPr>
          <p:nvPr>
            <p:ph type="subTitle" idx="1"/>
          </p:nvPr>
        </p:nvSpPr>
        <p:spPr>
          <a:xfrm>
            <a:off x="1296137" y="3184650"/>
            <a:ext cx="65517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Nhóm TVT</a:t>
            </a:r>
            <a:endParaRPr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833" name="Google Shape;833;p30"/>
          <p:cNvGrpSpPr/>
          <p:nvPr/>
        </p:nvGrpSpPr>
        <p:grpSpPr>
          <a:xfrm>
            <a:off x="888012" y="1440674"/>
            <a:ext cx="300359" cy="299855"/>
            <a:chOff x="1466575" y="2391250"/>
            <a:chExt cx="59575" cy="59475"/>
          </a:xfrm>
        </p:grpSpPr>
        <p:sp>
          <p:nvSpPr>
            <p:cNvPr id="834" name="Google Shape;834;p30"/>
            <p:cNvSpPr/>
            <p:nvPr/>
          </p:nvSpPr>
          <p:spPr>
            <a:xfrm>
              <a:off x="1491600" y="2391250"/>
              <a:ext cx="9425" cy="59475"/>
            </a:xfrm>
            <a:custGeom>
              <a:avLst/>
              <a:gdLst/>
              <a:ahLst/>
              <a:cxnLst/>
              <a:rect l="l" t="t" r="r" b="b"/>
              <a:pathLst>
                <a:path w="377" h="2379" extrusionOk="0">
                  <a:moveTo>
                    <a:pt x="0" y="1"/>
                  </a:moveTo>
                  <a:lnTo>
                    <a:pt x="0" y="2379"/>
                  </a:lnTo>
                  <a:lnTo>
                    <a:pt x="377" y="2379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1466575" y="2416275"/>
              <a:ext cx="59575" cy="9425"/>
            </a:xfrm>
            <a:custGeom>
              <a:avLst/>
              <a:gdLst/>
              <a:ahLst/>
              <a:cxnLst/>
              <a:rect l="l" t="t" r="r" b="b"/>
              <a:pathLst>
                <a:path w="2383" h="377" extrusionOk="0">
                  <a:moveTo>
                    <a:pt x="1" y="1"/>
                  </a:moveTo>
                  <a:lnTo>
                    <a:pt x="1" y="377"/>
                  </a:lnTo>
                  <a:lnTo>
                    <a:pt x="2382" y="377"/>
                  </a:lnTo>
                  <a:lnTo>
                    <a:pt x="2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1" grpId="0"/>
      <p:bldP spid="83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39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THÀNH VIÊN NHÓM</a:t>
            </a:r>
            <a:endParaRPr dirty="0">
              <a:latin typeface="Oswald" pitchFamily="2" charset="0"/>
            </a:endParaRPr>
          </a:p>
        </p:txBody>
      </p:sp>
      <p:graphicFrame>
        <p:nvGraphicFramePr>
          <p:cNvPr id="962" name="Google Shape;962;p39"/>
          <p:cNvGraphicFramePr/>
          <p:nvPr>
            <p:extLst>
              <p:ext uri="{D42A27DB-BD31-4B8C-83A1-F6EECF244321}">
                <p14:modId xmlns:p14="http://schemas.microsoft.com/office/powerpoint/2010/main" val="1803380468"/>
              </p:ext>
            </p:extLst>
          </p:nvPr>
        </p:nvGraphicFramePr>
        <p:xfrm>
          <a:off x="1318260" y="1306578"/>
          <a:ext cx="6858000" cy="2530344"/>
        </p:xfrm>
        <a:graphic>
          <a:graphicData uri="http://schemas.openxmlformats.org/drawingml/2006/table">
            <a:tbl>
              <a:tblPr>
                <a:noFill/>
                <a:tableStyleId>{35ACF4BF-35AD-44FC-9679-442D225593D5}</a:tableStyleId>
              </a:tblPr>
              <a:tblGrid>
                <a:gridCol w="262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344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 dirty="0">
                          <a:solidFill>
                            <a:schemeClr val="dk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  <a:sym typeface="Orbitron"/>
                        </a:rPr>
                        <a:t>MSSV</a:t>
                      </a:r>
                      <a:endParaRPr sz="1700" b="1" dirty="0">
                        <a:solidFill>
                          <a:schemeClr val="dk1"/>
                        </a:solidFill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  <a:sym typeface="Orbitro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 dirty="0">
                          <a:solidFill>
                            <a:schemeClr val="dk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  <a:sym typeface="Orbitron"/>
                        </a:rPr>
                        <a:t>HỌ TÊN</a:t>
                      </a:r>
                      <a:endParaRPr sz="1700" b="1" dirty="0">
                        <a:solidFill>
                          <a:schemeClr val="dk1"/>
                        </a:solidFill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  <a:sym typeface="Orbitron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344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2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  <a:sym typeface="Orbitron"/>
                        </a:rPr>
                        <a:t>46.01.104.155</a:t>
                      </a:r>
                      <a:endParaRPr sz="1800" b="1" dirty="0">
                        <a:solidFill>
                          <a:schemeClr val="accent2"/>
                        </a:solidFill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  <a:sym typeface="Orbitro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lt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  <a:sym typeface="Roboto"/>
                        </a:rPr>
                        <a:t>Lê Quốc Tài</a:t>
                      </a:r>
                      <a:endParaRPr dirty="0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344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accent3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  <a:sym typeface="Orbitron"/>
                        </a:rPr>
                        <a:t>46.01.104.165</a:t>
                      </a:r>
                      <a:endParaRPr sz="1800" b="1" dirty="0">
                        <a:solidFill>
                          <a:schemeClr val="accent3"/>
                        </a:solidFill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  <a:sym typeface="Orbitron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lt1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  <a:sym typeface="Roboto"/>
                        </a:rPr>
                        <a:t>Cao Việt Thắng</a:t>
                      </a:r>
                      <a:endParaRPr dirty="0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91425" marR="91425" marT="54850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2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MỤC LỤC</a:t>
            </a:r>
            <a:endParaRPr dirty="0">
              <a:latin typeface="Oswald" pitchFamily="2" charset="0"/>
            </a:endParaRPr>
          </a:p>
        </p:txBody>
      </p:sp>
      <p:sp>
        <p:nvSpPr>
          <p:cNvPr id="847" name="Google Shape;847;p32"/>
          <p:cNvSpPr txBox="1">
            <a:spLocks noGrp="1"/>
          </p:cNvSpPr>
          <p:nvPr>
            <p:ph type="title"/>
          </p:nvPr>
        </p:nvSpPr>
        <p:spPr>
          <a:xfrm>
            <a:off x="2100875" y="1674251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848" name="Google Shape;848;p32"/>
          <p:cNvSpPr txBox="1">
            <a:spLocks noGrp="1"/>
          </p:cNvSpPr>
          <p:nvPr>
            <p:ph type="subTitle" idx="1"/>
          </p:nvPr>
        </p:nvSpPr>
        <p:spPr>
          <a:xfrm>
            <a:off x="1234025" y="2283731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KHẢO SÁT BÀI TOÁN</a:t>
            </a:r>
            <a:endParaRPr dirty="0">
              <a:latin typeface="Oswald" pitchFamily="2" charset="0"/>
            </a:endParaRPr>
          </a:p>
        </p:txBody>
      </p:sp>
      <p:sp>
        <p:nvSpPr>
          <p:cNvPr id="850" name="Google Shape;850;p32"/>
          <p:cNvSpPr txBox="1">
            <a:spLocks noGrp="1"/>
          </p:cNvSpPr>
          <p:nvPr>
            <p:ph type="title" idx="3"/>
          </p:nvPr>
        </p:nvSpPr>
        <p:spPr>
          <a:xfrm>
            <a:off x="5958325" y="1674251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51" name="Google Shape;851;p32"/>
          <p:cNvSpPr txBox="1">
            <a:spLocks noGrp="1"/>
          </p:cNvSpPr>
          <p:nvPr>
            <p:ph type="subTitle" idx="4"/>
          </p:nvPr>
        </p:nvSpPr>
        <p:spPr>
          <a:xfrm>
            <a:off x="4977174" y="2283731"/>
            <a:ext cx="3332525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ĐẶC TẢ YÊU CẦU BÀI TOÁN</a:t>
            </a:r>
            <a:endParaRPr dirty="0">
              <a:latin typeface="Oswald" pitchFamily="2" charset="0"/>
            </a:endParaRPr>
          </a:p>
        </p:txBody>
      </p:sp>
      <p:sp>
        <p:nvSpPr>
          <p:cNvPr id="853" name="Google Shape;853;p32"/>
          <p:cNvSpPr txBox="1">
            <a:spLocks noGrp="1"/>
          </p:cNvSpPr>
          <p:nvPr>
            <p:ph type="title" idx="6"/>
          </p:nvPr>
        </p:nvSpPr>
        <p:spPr>
          <a:xfrm>
            <a:off x="2100875" y="3399192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54" name="Google Shape;854;p32"/>
          <p:cNvSpPr txBox="1">
            <a:spLocks noGrp="1"/>
          </p:cNvSpPr>
          <p:nvPr>
            <p:ph type="subTitle" idx="7"/>
          </p:nvPr>
        </p:nvSpPr>
        <p:spPr>
          <a:xfrm>
            <a:off x="1234025" y="4001037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 pitchFamily="2" charset="0"/>
              </a:rPr>
              <a:t>PHÂN TÍCH YÊU CẦU</a:t>
            </a:r>
            <a:endParaRPr dirty="0">
              <a:latin typeface="Oswald" pitchFamily="2" charset="0"/>
            </a:endParaRPr>
          </a:p>
        </p:txBody>
      </p:sp>
      <p:sp>
        <p:nvSpPr>
          <p:cNvPr id="856" name="Google Shape;856;p32"/>
          <p:cNvSpPr txBox="1">
            <a:spLocks noGrp="1"/>
          </p:cNvSpPr>
          <p:nvPr>
            <p:ph type="title" idx="13"/>
          </p:nvPr>
        </p:nvSpPr>
        <p:spPr>
          <a:xfrm>
            <a:off x="5958325" y="3399192"/>
            <a:ext cx="10848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857" name="Google Shape;857;p32"/>
          <p:cNvSpPr txBox="1">
            <a:spLocks noGrp="1"/>
          </p:cNvSpPr>
          <p:nvPr>
            <p:ph type="subTitle" idx="14"/>
          </p:nvPr>
        </p:nvSpPr>
        <p:spPr>
          <a:xfrm>
            <a:off x="5091475" y="4008657"/>
            <a:ext cx="2818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 pitchFamily="2" charset="0"/>
              </a:rPr>
              <a:t>THIẾT KẾ GIAO DIỆN</a:t>
            </a:r>
            <a:endParaRPr dirty="0">
              <a:latin typeface="Oswald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6" grpId="0"/>
      <p:bldP spid="847" grpId="0"/>
      <p:bldP spid="848" grpId="0" build="p"/>
      <p:bldP spid="850" grpId="0"/>
      <p:bldP spid="851" grpId="0" build="p"/>
      <p:bldP spid="853" grpId="0"/>
      <p:bldP spid="854" grpId="0" build="p"/>
      <p:bldP spid="856" grpId="0"/>
      <p:bldP spid="85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5"/>
          <p:cNvSpPr txBox="1">
            <a:spLocks noGrp="1"/>
          </p:cNvSpPr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KHẢO SÁT BÀI TOÁN</a:t>
            </a:r>
            <a:endParaRPr dirty="0">
              <a:latin typeface="Oswald" pitchFamily="2" charset="0"/>
            </a:endParaRPr>
          </a:p>
        </p:txBody>
      </p:sp>
      <p:sp>
        <p:nvSpPr>
          <p:cNvPr id="886" name="Google Shape;886;p35"/>
          <p:cNvSpPr txBox="1">
            <a:spLocks noGrp="1"/>
          </p:cNvSpPr>
          <p:nvPr>
            <p:ph type="title" idx="2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5" grpId="0"/>
      <p:bldP spid="88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3"/>
          <p:cNvSpPr txBox="1">
            <a:spLocks noGrp="1"/>
          </p:cNvSpPr>
          <p:nvPr>
            <p:ph type="subTitle" idx="1"/>
          </p:nvPr>
        </p:nvSpPr>
        <p:spPr>
          <a:xfrm>
            <a:off x="682744" y="2027412"/>
            <a:ext cx="5344676" cy="19959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- Xây dựng 1 cửa hàng quần áo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Bán quần và áo cho Nam và Nữ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Độ tuổi : trên 18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Yêu cầu : đẹp và thanh lịch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- Các sản phẩm mới sẽ được giới thiệu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- Khách hàng có thể lựa chọn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- Các mặt hàng cung cấp chi tiết thông số</a:t>
            </a:r>
            <a:endParaRPr lang="en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864" name="Google Shape;864;p33"/>
          <p:cNvSpPr txBox="1">
            <a:spLocks noGrp="1"/>
          </p:cNvSpPr>
          <p:nvPr>
            <p:ph type="title"/>
          </p:nvPr>
        </p:nvSpPr>
        <p:spPr>
          <a:xfrm>
            <a:off x="538110" y="1120140"/>
            <a:ext cx="511593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Oswald" pitchFamily="2" charset="0"/>
              </a:rPr>
              <a:t>MÔ TẢ YÊU CẦU BÀI TOÁN</a:t>
            </a:r>
            <a:endParaRPr dirty="0">
              <a:latin typeface="Oswa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60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3" grpId="0" uiExpand="1" build="p"/>
      <p:bldP spid="8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4"/>
          <p:cNvSpPr/>
          <p:nvPr/>
        </p:nvSpPr>
        <p:spPr>
          <a:xfrm>
            <a:off x="1211580" y="915125"/>
            <a:ext cx="2849880" cy="2071915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3" name="Google Shape;873;p34"/>
          <p:cNvGrpSpPr/>
          <p:nvPr/>
        </p:nvGrpSpPr>
        <p:grpSpPr>
          <a:xfrm>
            <a:off x="767998" y="3100617"/>
            <a:ext cx="3293462" cy="92817"/>
            <a:chOff x="819025" y="3822075"/>
            <a:chExt cx="891450" cy="25125"/>
          </a:xfrm>
        </p:grpSpPr>
        <p:sp>
          <p:nvSpPr>
            <p:cNvPr id="874" name="Google Shape;874;p34"/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 descr="Tổng Hợp Mẫu File Excel Quản Lý Shop Quần Áo, Giày Dép Đầy Đủ Và Chi Tiết  Nhất">
            <a:extLst>
              <a:ext uri="{FF2B5EF4-FFF2-40B4-BE49-F238E27FC236}">
                <a16:creationId xmlns:a16="http://schemas.microsoft.com/office/drawing/2014/main" id="{8115264D-8129-D41E-80E0-C6A620C2FB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9" t="37491" r="17682"/>
          <a:stretch/>
        </p:blipFill>
        <p:spPr bwMode="auto">
          <a:xfrm>
            <a:off x="1317103" y="1013727"/>
            <a:ext cx="2645569" cy="185901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14" descr="SỔ CHI TIẾT BÁN HÀNG">
            <a:extLst>
              <a:ext uri="{FF2B5EF4-FFF2-40B4-BE49-F238E27FC236}">
                <a16:creationId xmlns:a16="http://schemas.microsoft.com/office/drawing/2014/main" id="{4571F866-E1A8-686E-DFC4-ACCDA290B7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801" y="2526030"/>
            <a:ext cx="3258785" cy="21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869;p34">
            <a:extLst>
              <a:ext uri="{FF2B5EF4-FFF2-40B4-BE49-F238E27FC236}">
                <a16:creationId xmlns:a16="http://schemas.microsoft.com/office/drawing/2014/main" id="{9B697668-58AD-9BBE-D957-51B3D732F03A}"/>
              </a:ext>
            </a:extLst>
          </p:cNvPr>
          <p:cNvSpPr/>
          <p:nvPr/>
        </p:nvSpPr>
        <p:spPr>
          <a:xfrm>
            <a:off x="4592614" y="2446064"/>
            <a:ext cx="3416006" cy="2316436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864;p33">
            <a:extLst>
              <a:ext uri="{FF2B5EF4-FFF2-40B4-BE49-F238E27FC236}">
                <a16:creationId xmlns:a16="http://schemas.microsoft.com/office/drawing/2014/main" id="{4165B99C-3626-D74B-7446-075DC37711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1471033"/>
            <a:ext cx="3127935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Oswald" pitchFamily="2" charset="0"/>
              </a:rPr>
              <a:t>KHẢO SÁT BÀI TOÁN</a:t>
            </a:r>
            <a:endParaRPr sz="2800" dirty="0">
              <a:latin typeface="Oswald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38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Oswald" pitchFamily="2" charset="0"/>
              </a:rPr>
              <a:t>XÁC ĐỊNH THÔNG TIN CƠ BẢN </a:t>
            </a:r>
            <a:endParaRPr dirty="0">
              <a:latin typeface="Oswald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9C2BCC-A78B-D9FE-89DE-1690BF47C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34104"/>
              </p:ext>
            </p:extLst>
          </p:nvPr>
        </p:nvGraphicFramePr>
        <p:xfrm>
          <a:off x="891540" y="1276476"/>
          <a:ext cx="6926580" cy="279552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864796">
                  <a:extLst>
                    <a:ext uri="{9D8B030D-6E8A-4147-A177-3AD203B41FA5}">
                      <a16:colId xmlns:a16="http://schemas.microsoft.com/office/drawing/2014/main" val="3653551178"/>
                    </a:ext>
                  </a:extLst>
                </a:gridCol>
                <a:gridCol w="1864796">
                  <a:extLst>
                    <a:ext uri="{9D8B030D-6E8A-4147-A177-3AD203B41FA5}">
                      <a16:colId xmlns:a16="http://schemas.microsoft.com/office/drawing/2014/main" val="872278272"/>
                    </a:ext>
                  </a:extLst>
                </a:gridCol>
                <a:gridCol w="1598494">
                  <a:extLst>
                    <a:ext uri="{9D8B030D-6E8A-4147-A177-3AD203B41FA5}">
                      <a16:colId xmlns:a16="http://schemas.microsoft.com/office/drawing/2014/main" val="888648747"/>
                    </a:ext>
                  </a:extLst>
                </a:gridCol>
                <a:gridCol w="1598494">
                  <a:extLst>
                    <a:ext uri="{9D8B030D-6E8A-4147-A177-3AD203B41FA5}">
                      <a16:colId xmlns:a16="http://schemas.microsoft.com/office/drawing/2014/main" val="1435931896"/>
                    </a:ext>
                  </a:extLst>
                </a:gridCol>
              </a:tblGrid>
              <a:tr h="233956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INPUT</a:t>
                      </a:r>
                      <a:endParaRPr lang="en-US" sz="1100" b="1" dirty="0">
                        <a:solidFill>
                          <a:schemeClr val="accent5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PROCESS</a:t>
                      </a:r>
                      <a:endParaRPr lang="en-US" sz="1100" b="1" dirty="0">
                        <a:solidFill>
                          <a:schemeClr val="accent5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OUTPUT</a:t>
                      </a:r>
                      <a:endParaRPr lang="en-US" sz="1100" b="1" dirty="0">
                        <a:solidFill>
                          <a:schemeClr val="accent5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6936704"/>
                  </a:ext>
                </a:extLst>
              </a:tr>
              <a:tr h="232598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Mua</a:t>
                      </a:r>
                      <a:endParaRPr lang="en-US" sz="1100" dirty="0">
                        <a:solidFill>
                          <a:schemeClr val="accent5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Thông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tin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sản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phẩm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Kiểm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tra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đơn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hàng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,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tính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tổng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số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tiền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khách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phải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trả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,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cập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nhật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lại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số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lượng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.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Xuất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hoá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đơn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cho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khách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,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sản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phẩm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sau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khi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đã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cập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nhật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.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00675"/>
                  </a:ext>
                </a:extLst>
              </a:tr>
              <a:tr h="4727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Thông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tin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khách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hàng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688589"/>
                  </a:ext>
                </a:extLst>
              </a:tr>
              <a:tr h="2325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Số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lượng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545678"/>
                  </a:ext>
                </a:extLst>
              </a:tr>
              <a:tr h="4887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Ngày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mua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707937"/>
                  </a:ext>
                </a:extLst>
              </a:tr>
              <a:tr h="9490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solidFill>
                            <a:schemeClr val="accent5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Tra</a:t>
                      </a:r>
                      <a:r>
                        <a:rPr lang="en-US" sz="1300" dirty="0">
                          <a:solidFill>
                            <a:schemeClr val="accent5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accent5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cứu</a:t>
                      </a:r>
                      <a:endParaRPr lang="en-US" sz="1100" dirty="0">
                        <a:solidFill>
                          <a:schemeClr val="accent5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Thông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tin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sản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phẩm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Tìm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kiếm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sản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phẩm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dựa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trên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thông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tin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được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nhập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vào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.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Tất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cả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các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sản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phẩm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trùng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khớp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với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thông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tin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tìm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kiếm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.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0686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4"/>
          <p:cNvSpPr/>
          <p:nvPr/>
        </p:nvSpPr>
        <p:spPr>
          <a:xfrm>
            <a:off x="4626042" y="571501"/>
            <a:ext cx="3778818" cy="242316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3" name="Google Shape;873;p34"/>
          <p:cNvGrpSpPr/>
          <p:nvPr/>
        </p:nvGrpSpPr>
        <p:grpSpPr>
          <a:xfrm>
            <a:off x="4626042" y="3074290"/>
            <a:ext cx="3713374" cy="171830"/>
            <a:chOff x="819025" y="3822075"/>
            <a:chExt cx="891450" cy="25125"/>
          </a:xfrm>
        </p:grpSpPr>
        <p:sp>
          <p:nvSpPr>
            <p:cNvPr id="874" name="Google Shape;874;p34"/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864;p33">
            <a:extLst>
              <a:ext uri="{FF2B5EF4-FFF2-40B4-BE49-F238E27FC236}">
                <a16:creationId xmlns:a16="http://schemas.microsoft.com/office/drawing/2014/main" id="{4165B99C-3626-D74B-7446-075DC37711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9392" y="930013"/>
            <a:ext cx="3689283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latin typeface="Oswald" pitchFamily="2" charset="0"/>
              </a:rPr>
              <a:t>XÂY</a:t>
            </a:r>
            <a:r>
              <a:rPr lang="en-US" sz="2800" dirty="0">
                <a:latin typeface="Oswald" pitchFamily="2" charset="0"/>
              </a:rPr>
              <a:t> </a:t>
            </a:r>
            <a:r>
              <a:rPr lang="en-US" sz="2800" dirty="0" err="1">
                <a:latin typeface="Oswald" pitchFamily="2" charset="0"/>
              </a:rPr>
              <a:t>DỰNG</a:t>
            </a:r>
            <a:r>
              <a:rPr lang="en-US" sz="2800" dirty="0">
                <a:latin typeface="Oswald" pitchFamily="2" charset="0"/>
              </a:rPr>
              <a:t> </a:t>
            </a:r>
            <a:r>
              <a:rPr lang="en-US" sz="2800" dirty="0" err="1">
                <a:latin typeface="Oswald" pitchFamily="2" charset="0"/>
              </a:rPr>
              <a:t>BIỂU</a:t>
            </a:r>
            <a:r>
              <a:rPr lang="en-US" sz="2800" dirty="0">
                <a:latin typeface="Oswald" pitchFamily="2" charset="0"/>
              </a:rPr>
              <a:t> </a:t>
            </a:r>
            <a:r>
              <a:rPr lang="en-US" sz="2800" dirty="0" err="1">
                <a:latin typeface="Oswald" pitchFamily="2" charset="0"/>
              </a:rPr>
              <a:t>ĐỒ</a:t>
            </a:r>
            <a:r>
              <a:rPr lang="en-US" sz="2800" dirty="0">
                <a:latin typeface="Oswald" pitchFamily="2" charset="0"/>
              </a:rPr>
              <a:t> BFD</a:t>
            </a:r>
            <a:endParaRPr sz="2800" dirty="0">
              <a:latin typeface="Oswald" pitchFamily="2" charset="0"/>
            </a:endParaRPr>
          </a:p>
        </p:txBody>
      </p:sp>
      <p:pic>
        <p:nvPicPr>
          <p:cNvPr id="16" name="Picture 15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3B931C0F-A9AF-B1AE-C15A-C6E212492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930" y="641096"/>
            <a:ext cx="3609486" cy="2277364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D39C2-A1AA-B923-6D74-5B0603AD4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157014"/>
              </p:ext>
            </p:extLst>
          </p:nvPr>
        </p:nvGraphicFramePr>
        <p:xfrm>
          <a:off x="307678" y="2415683"/>
          <a:ext cx="4185181" cy="2613517"/>
        </p:xfrm>
        <a:graphic>
          <a:graphicData uri="http://schemas.openxmlformats.org/drawingml/2006/table">
            <a:tbl>
              <a:tblPr firstRow="1" firstCol="1" bandRow="1">
                <a:tableStyleId>{F2DE63D5-997A-4646-A377-4702673A728D}</a:tableStyleId>
              </a:tblPr>
              <a:tblGrid>
                <a:gridCol w="606722">
                  <a:extLst>
                    <a:ext uri="{9D8B030D-6E8A-4147-A177-3AD203B41FA5}">
                      <a16:colId xmlns:a16="http://schemas.microsoft.com/office/drawing/2014/main" val="629341890"/>
                    </a:ext>
                  </a:extLst>
                </a:gridCol>
                <a:gridCol w="2236800">
                  <a:extLst>
                    <a:ext uri="{9D8B030D-6E8A-4147-A177-3AD203B41FA5}">
                      <a16:colId xmlns:a16="http://schemas.microsoft.com/office/drawing/2014/main" val="1910940243"/>
                    </a:ext>
                  </a:extLst>
                </a:gridCol>
                <a:gridCol w="1341659">
                  <a:extLst>
                    <a:ext uri="{9D8B030D-6E8A-4147-A177-3AD203B41FA5}">
                      <a16:colId xmlns:a16="http://schemas.microsoft.com/office/drawing/2014/main" val="1990327772"/>
                    </a:ext>
                  </a:extLst>
                </a:gridCol>
              </a:tblGrid>
              <a:tr h="5396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Tên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chức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năng</a:t>
                      </a:r>
                      <a:endParaRPr lang="en-US" sz="500" b="1" dirty="0">
                        <a:solidFill>
                          <a:schemeClr val="accent6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Mô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tả</a:t>
                      </a:r>
                      <a:endParaRPr lang="en-US" sz="500" b="1" dirty="0">
                        <a:solidFill>
                          <a:schemeClr val="accent6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Đánh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giá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khả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năng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thực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hiện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(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nhân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lúc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,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thời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gian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,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công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nghệ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,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môi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trường</a:t>
                      </a:r>
                      <a:r>
                        <a:rPr lang="en-US" sz="800" b="1" dirty="0">
                          <a:solidFill>
                            <a:schemeClr val="accent6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)</a:t>
                      </a:r>
                      <a:endParaRPr lang="en-US" sz="500" b="1" dirty="0">
                        <a:solidFill>
                          <a:schemeClr val="accent6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18384"/>
                  </a:ext>
                </a:extLst>
              </a:tr>
              <a:tr h="6323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Nhập sản phẩm</a:t>
                      </a:r>
                      <a:endParaRPr lang="en-US" sz="500" b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Nhập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sản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phẩm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mới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gia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tăng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độ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đa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dạng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và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phải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ghi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nhận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khi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nhập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sản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phẩm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.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Và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sản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phẩm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sẽ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được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cập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nhật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một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cách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tự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động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.</a:t>
                      </a:r>
                      <a:endParaRPr lang="en-US" sz="500" b="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Cao</a:t>
                      </a:r>
                      <a:endParaRPr lang="en-US" sz="500" b="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40667533"/>
                  </a:ext>
                </a:extLst>
              </a:tr>
              <a:tr h="6323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Bán sản phẩm</a:t>
                      </a:r>
                      <a:endParaRPr lang="en-US" sz="500" b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Các chức năng cơ bản, giúp người dùng tìm kiếm, xem thông tin để tạo cơ hội cho người dùng cho vào giỏ hàng và tiến hành thanh toán. </a:t>
                      </a:r>
                      <a:endParaRPr lang="en-US" sz="500" b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Cao</a:t>
                      </a:r>
                      <a:endParaRPr lang="en-US" sz="500" b="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extLst>
                  <a:ext uri="{0D108BD9-81ED-4DB2-BD59-A6C34878D82A}">
                    <a16:rowId xmlns:a16="http://schemas.microsoft.com/office/drawing/2014/main" val="1436862504"/>
                  </a:ext>
                </a:extLst>
              </a:tr>
              <a:tr h="4046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Thống kê doanh thu</a:t>
                      </a:r>
                      <a:endParaRPr lang="en-US" sz="500" b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Thống kê số lượng sản phẩm đã bán được, biết được doanh thu đang tăng hay đang giảm.</a:t>
                      </a:r>
                      <a:endParaRPr lang="en-US" sz="500" b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Trung bình</a:t>
                      </a:r>
                      <a:endParaRPr lang="en-US" sz="500" b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extLst>
                  <a:ext uri="{0D108BD9-81ED-4DB2-BD59-A6C34878D82A}">
                    <a16:rowId xmlns:a16="http://schemas.microsoft.com/office/drawing/2014/main" val="230429221"/>
                  </a:ext>
                </a:extLst>
              </a:tr>
              <a:tr h="4046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Quản lý người dùng</a:t>
                      </a:r>
                      <a:endParaRPr lang="en-US" sz="500" b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Người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dùng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có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thể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đăng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nhập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,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đăng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ký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,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chỉnh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sửa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thông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tin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cho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chính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xác</a:t>
                      </a: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.</a:t>
                      </a:r>
                      <a:endParaRPr lang="en-US" sz="500" b="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dirty="0">
                          <a:solidFill>
                            <a:schemeClr val="bg1"/>
                          </a:solidFill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Cao</a:t>
                      </a:r>
                      <a:endParaRPr lang="en-US" sz="500" b="0" dirty="0">
                        <a:solidFill>
                          <a:schemeClr val="bg1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 marL="61788" marR="61788" marT="0" marB="0" anchor="ctr"/>
                </a:tc>
                <a:extLst>
                  <a:ext uri="{0D108BD9-81ED-4DB2-BD59-A6C34878D82A}">
                    <a16:rowId xmlns:a16="http://schemas.microsoft.com/office/drawing/2014/main" val="2727759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259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38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Oswald" pitchFamily="2" charset="0"/>
              </a:rPr>
              <a:t>XÂY DỰNG KẾ HOẠCH DỰ ÁN </a:t>
            </a:r>
            <a:endParaRPr dirty="0">
              <a:latin typeface="Oswald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1FF42-E132-2BC9-7ABC-015B68BC83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167" t="34329" r="23834" b="23449"/>
          <a:stretch/>
        </p:blipFill>
        <p:spPr>
          <a:xfrm>
            <a:off x="3474720" y="1066800"/>
            <a:ext cx="4572000" cy="2171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44530A-4EC5-7BCB-BCB6-725234B550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167" t="45482" r="24416" b="39407"/>
          <a:stretch/>
        </p:blipFill>
        <p:spPr>
          <a:xfrm>
            <a:off x="3200400" y="3920674"/>
            <a:ext cx="4518660" cy="777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A11D22-0209-8624-BA7D-7ADF2F1DA6B8}"/>
              </a:ext>
            </a:extLst>
          </p:cNvPr>
          <p:cNvSpPr txBox="1"/>
          <p:nvPr/>
        </p:nvSpPr>
        <p:spPr>
          <a:xfrm>
            <a:off x="579120" y="1952031"/>
            <a:ext cx="2895600" cy="547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Bản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kế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hoạch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đơn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giản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cho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dự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án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:</a:t>
            </a:r>
            <a:endParaRPr lang="en-US" sz="120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B9F821-61CB-A0C9-F29F-A04BC9C6BA28}"/>
              </a:ext>
            </a:extLst>
          </p:cNvPr>
          <p:cNvSpPr txBox="1"/>
          <p:nvPr/>
        </p:nvSpPr>
        <p:spPr>
          <a:xfrm>
            <a:off x="1074420" y="3603856"/>
            <a:ext cx="6644640" cy="316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Ban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quản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lý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các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rủi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ro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trong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quá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trình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thực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hiện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dự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dirty="0" err="1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án</a:t>
            </a:r>
            <a:r>
              <a:rPr lang="en-US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endParaRPr lang="en-US" sz="120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88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4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5"/>
          <p:cNvSpPr txBox="1">
            <a:spLocks noGrp="1"/>
          </p:cNvSpPr>
          <p:nvPr>
            <p:ph type="title"/>
          </p:nvPr>
        </p:nvSpPr>
        <p:spPr>
          <a:xfrm>
            <a:off x="1417320" y="2439533"/>
            <a:ext cx="6751320" cy="1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ĐẶC TẢ YÊU CẦU BÀI TOÁN</a:t>
            </a:r>
            <a:endParaRPr dirty="0">
              <a:latin typeface="Oswald" pitchFamily="2" charset="0"/>
            </a:endParaRPr>
          </a:p>
        </p:txBody>
      </p:sp>
      <p:sp>
        <p:nvSpPr>
          <p:cNvPr id="886" name="Google Shape;886;p35"/>
          <p:cNvSpPr txBox="1">
            <a:spLocks noGrp="1"/>
          </p:cNvSpPr>
          <p:nvPr>
            <p:ph type="title" idx="2"/>
          </p:nvPr>
        </p:nvSpPr>
        <p:spPr>
          <a:xfrm>
            <a:off x="3718560" y="1163052"/>
            <a:ext cx="1509990" cy="7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335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5" grpId="0"/>
      <p:bldP spid="88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GIỚI THIỆU CHUNG </a:t>
            </a:r>
            <a:endParaRPr dirty="0">
              <a:latin typeface="Oswald" pitchFamily="2" charset="0"/>
            </a:endParaRPr>
          </a:p>
        </p:txBody>
      </p:sp>
      <p:grpSp>
        <p:nvGrpSpPr>
          <p:cNvPr id="42" name="Google Shape;4504;p61">
            <a:extLst>
              <a:ext uri="{FF2B5EF4-FFF2-40B4-BE49-F238E27FC236}">
                <a16:creationId xmlns:a16="http://schemas.microsoft.com/office/drawing/2014/main" id="{C423B9A3-F82F-DE43-0236-839C6F5684B5}"/>
              </a:ext>
            </a:extLst>
          </p:cNvPr>
          <p:cNvGrpSpPr/>
          <p:nvPr/>
        </p:nvGrpSpPr>
        <p:grpSpPr>
          <a:xfrm rot="5400000">
            <a:off x="65263" y="2622322"/>
            <a:ext cx="2289339" cy="308093"/>
            <a:chOff x="106648" y="895722"/>
            <a:chExt cx="2176662" cy="374299"/>
          </a:xfrm>
        </p:grpSpPr>
        <p:grpSp>
          <p:nvGrpSpPr>
            <p:cNvPr id="60" name="Google Shape;4507;p61">
              <a:extLst>
                <a:ext uri="{FF2B5EF4-FFF2-40B4-BE49-F238E27FC236}">
                  <a16:creationId xmlns:a16="http://schemas.microsoft.com/office/drawing/2014/main" id="{DA5F962E-C48A-D008-8C71-B1B6584808F5}"/>
                </a:ext>
              </a:extLst>
            </p:cNvPr>
            <p:cNvGrpSpPr/>
            <p:nvPr/>
          </p:nvGrpSpPr>
          <p:grpSpPr>
            <a:xfrm>
              <a:off x="2233275" y="895722"/>
              <a:ext cx="50035" cy="223004"/>
              <a:chOff x="845575" y="2563700"/>
              <a:chExt cx="92400" cy="411825"/>
            </a:xfrm>
          </p:grpSpPr>
          <p:cxnSp>
            <p:nvCxnSpPr>
              <p:cNvPr id="61" name="Google Shape;4508;p61">
                <a:extLst>
                  <a:ext uri="{FF2B5EF4-FFF2-40B4-BE49-F238E27FC236}">
                    <a16:creationId xmlns:a16="http://schemas.microsoft.com/office/drawing/2014/main" id="{C1BB98A0-4C87-0A5A-B80C-17D2D6ECEDF8}"/>
                  </a:ext>
                </a:extLst>
              </p:cNvPr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62" name="Google Shape;4509;p61">
                <a:extLst>
                  <a:ext uri="{FF2B5EF4-FFF2-40B4-BE49-F238E27FC236}">
                    <a16:creationId xmlns:a16="http://schemas.microsoft.com/office/drawing/2014/main" id="{5BB748FF-2B98-5813-FCEA-972F0F9A3A01}"/>
                  </a:ext>
                </a:extLst>
              </p:cNvPr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4510;p61">
              <a:extLst>
                <a:ext uri="{FF2B5EF4-FFF2-40B4-BE49-F238E27FC236}">
                  <a16:creationId xmlns:a16="http://schemas.microsoft.com/office/drawing/2014/main" id="{3EE526AD-A921-9B6E-4B83-6DEA287AE5ED}"/>
                </a:ext>
              </a:extLst>
            </p:cNvPr>
            <p:cNvGrpSpPr/>
            <p:nvPr/>
          </p:nvGrpSpPr>
          <p:grpSpPr>
            <a:xfrm>
              <a:off x="106648" y="895722"/>
              <a:ext cx="1088401" cy="223591"/>
              <a:chOff x="881025" y="2800065"/>
              <a:chExt cx="2009975" cy="412910"/>
            </a:xfrm>
          </p:grpSpPr>
          <p:sp>
            <p:nvSpPr>
              <p:cNvPr id="55" name="Google Shape;4511;p61">
                <a:extLst>
                  <a:ext uri="{FF2B5EF4-FFF2-40B4-BE49-F238E27FC236}">
                    <a16:creationId xmlns:a16="http://schemas.microsoft.com/office/drawing/2014/main" id="{1084F9E5-B99C-1130-5BA8-36178E1CA3EC}"/>
                  </a:ext>
                </a:extLst>
              </p:cNvPr>
              <p:cNvSpPr/>
              <p:nvPr/>
            </p:nvSpPr>
            <p:spPr>
              <a:xfrm>
                <a:off x="932600" y="3079475"/>
                <a:ext cx="1958400" cy="133500"/>
              </a:xfrm>
              <a:prstGeom prst="rect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" name="Google Shape;4512;p61">
                <a:extLst>
                  <a:ext uri="{FF2B5EF4-FFF2-40B4-BE49-F238E27FC236}">
                    <a16:creationId xmlns:a16="http://schemas.microsoft.com/office/drawing/2014/main" id="{BAF5957B-A035-BA0B-D233-3542AF95872A}"/>
                  </a:ext>
                </a:extLst>
              </p:cNvPr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57" name="Google Shape;4513;p61">
                  <a:extLst>
                    <a:ext uri="{FF2B5EF4-FFF2-40B4-BE49-F238E27FC236}">
                      <a16:creationId xmlns:a16="http://schemas.microsoft.com/office/drawing/2014/main" id="{5C8EC5E1-DC04-05DA-C58B-3D84FCDE9353}"/>
                    </a:ext>
                  </a:extLst>
                </p:cNvPr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8" name="Google Shape;4514;p61">
                  <a:extLst>
                    <a:ext uri="{FF2B5EF4-FFF2-40B4-BE49-F238E27FC236}">
                      <a16:creationId xmlns:a16="http://schemas.microsoft.com/office/drawing/2014/main" id="{9E6647D1-63CD-178C-EDCF-DE7B9A743582}"/>
                    </a:ext>
                  </a:extLst>
                </p:cNvPr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" name="Google Shape;4515;p61">
              <a:extLst>
                <a:ext uri="{FF2B5EF4-FFF2-40B4-BE49-F238E27FC236}">
                  <a16:creationId xmlns:a16="http://schemas.microsoft.com/office/drawing/2014/main" id="{92932A1C-DC7F-DC2C-3E97-0F0652DCDB6B}"/>
                </a:ext>
              </a:extLst>
            </p:cNvPr>
            <p:cNvGrpSpPr/>
            <p:nvPr/>
          </p:nvGrpSpPr>
          <p:grpSpPr>
            <a:xfrm>
              <a:off x="1172346" y="1047018"/>
              <a:ext cx="1083151" cy="223003"/>
              <a:chOff x="2849073" y="3079467"/>
              <a:chExt cx="2000279" cy="411825"/>
            </a:xfrm>
          </p:grpSpPr>
          <p:sp>
            <p:nvSpPr>
              <p:cNvPr id="51" name="Google Shape;4516;p61">
                <a:extLst>
                  <a:ext uri="{FF2B5EF4-FFF2-40B4-BE49-F238E27FC236}">
                    <a16:creationId xmlns:a16="http://schemas.microsoft.com/office/drawing/2014/main" id="{A8F2B717-D421-89E1-75CB-B1BE5FB3EC80}"/>
                  </a:ext>
                </a:extLst>
              </p:cNvPr>
              <p:cNvSpPr/>
              <p:nvPr/>
            </p:nvSpPr>
            <p:spPr>
              <a:xfrm>
                <a:off x="2890952" y="3079475"/>
                <a:ext cx="1958400" cy="133500"/>
              </a:xfrm>
              <a:prstGeom prst="rect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" name="Google Shape;4517;p61">
                <a:extLst>
                  <a:ext uri="{FF2B5EF4-FFF2-40B4-BE49-F238E27FC236}">
                    <a16:creationId xmlns:a16="http://schemas.microsoft.com/office/drawing/2014/main" id="{7F8B2B6D-AA2D-7590-E9B9-09B42ED65317}"/>
                  </a:ext>
                </a:extLst>
              </p:cNvPr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53" name="Google Shape;4518;p61">
                  <a:extLst>
                    <a:ext uri="{FF2B5EF4-FFF2-40B4-BE49-F238E27FC236}">
                      <a16:creationId xmlns:a16="http://schemas.microsoft.com/office/drawing/2014/main" id="{BE76966D-8F26-BF9D-8C27-0871765B765D}"/>
                    </a:ext>
                  </a:extLst>
                </p:cNvPr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667E9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4" name="Google Shape;4519;p61">
                  <a:extLst>
                    <a:ext uri="{FF2B5EF4-FFF2-40B4-BE49-F238E27FC236}">
                      <a16:creationId xmlns:a16="http://schemas.microsoft.com/office/drawing/2014/main" id="{9DD8E137-E296-FD86-EFB9-25DE6233A894}"/>
                    </a:ext>
                  </a:extLst>
                </p:cNvPr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3" name="Google Shape;895;p36">
            <a:extLst>
              <a:ext uri="{FF2B5EF4-FFF2-40B4-BE49-F238E27FC236}">
                <a16:creationId xmlns:a16="http://schemas.microsoft.com/office/drawing/2014/main" id="{65B2B22B-493C-5790-DF1D-59E2944F0CBA}"/>
              </a:ext>
            </a:extLst>
          </p:cNvPr>
          <p:cNvSpPr txBox="1">
            <a:spLocks/>
          </p:cNvSpPr>
          <p:nvPr/>
        </p:nvSpPr>
        <p:spPr>
          <a:xfrm>
            <a:off x="407580" y="1087968"/>
            <a:ext cx="2950543" cy="30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l"/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Các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tác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nhân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của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hệ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thống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: </a:t>
            </a:r>
          </a:p>
        </p:txBody>
      </p:sp>
      <p:sp>
        <p:nvSpPr>
          <p:cNvPr id="64" name="Google Shape;895;p36">
            <a:extLst>
              <a:ext uri="{FF2B5EF4-FFF2-40B4-BE49-F238E27FC236}">
                <a16:creationId xmlns:a16="http://schemas.microsoft.com/office/drawing/2014/main" id="{E997F969-DDD1-50B4-914B-ACA6019E4136}"/>
              </a:ext>
            </a:extLst>
          </p:cNvPr>
          <p:cNvSpPr txBox="1">
            <a:spLocks/>
          </p:cNvSpPr>
          <p:nvPr/>
        </p:nvSpPr>
        <p:spPr>
          <a:xfrm>
            <a:off x="1518855" y="1395880"/>
            <a:ext cx="1681546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l"/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Người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dùng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nhân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viên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quản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lý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sử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dụng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hệ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thống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này</a:t>
            </a:r>
            <a:endParaRPr lang="en-US" sz="1200" b="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65" name="Google Shape;895;p36">
            <a:extLst>
              <a:ext uri="{FF2B5EF4-FFF2-40B4-BE49-F238E27FC236}">
                <a16:creationId xmlns:a16="http://schemas.microsoft.com/office/drawing/2014/main" id="{0BA46459-3406-B1F2-52D8-B909AB34F2C4}"/>
              </a:ext>
            </a:extLst>
          </p:cNvPr>
          <p:cNvSpPr txBox="1">
            <a:spLocks/>
          </p:cNvSpPr>
          <p:nvPr/>
        </p:nvSpPr>
        <p:spPr>
          <a:xfrm>
            <a:off x="1381814" y="3245924"/>
            <a:ext cx="1849894" cy="1350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l"/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Người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dùng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sẽ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dung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hệ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thống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để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mua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sản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phẩm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nhân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viên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và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người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quản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lý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sẽ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quản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trị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hệ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thống</a:t>
            </a:r>
            <a:endParaRPr lang="en-US" sz="1200" b="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66" name="Google Shape;895;p36">
            <a:extLst>
              <a:ext uri="{FF2B5EF4-FFF2-40B4-BE49-F238E27FC236}">
                <a16:creationId xmlns:a16="http://schemas.microsoft.com/office/drawing/2014/main" id="{FEBA0A7F-F4CF-681C-2D1E-3F949818F269}"/>
              </a:ext>
            </a:extLst>
          </p:cNvPr>
          <p:cNvSpPr txBox="1">
            <a:spLocks/>
          </p:cNvSpPr>
          <p:nvPr/>
        </p:nvSpPr>
        <p:spPr>
          <a:xfrm>
            <a:off x="-39970" y="2166754"/>
            <a:ext cx="1136552" cy="1350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r"/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Hệ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thống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cung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cấp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thông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tin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từ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sản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phẩm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trong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cửa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hàng</a:t>
            </a:r>
            <a:endParaRPr lang="en-US" sz="1200" b="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67" name="Google Shape;895;p36">
            <a:extLst>
              <a:ext uri="{FF2B5EF4-FFF2-40B4-BE49-F238E27FC236}">
                <a16:creationId xmlns:a16="http://schemas.microsoft.com/office/drawing/2014/main" id="{E77AA4D9-D52C-BCED-8589-48915CE5554A}"/>
              </a:ext>
            </a:extLst>
          </p:cNvPr>
          <p:cNvSpPr txBox="1">
            <a:spLocks/>
          </p:cNvSpPr>
          <p:nvPr/>
        </p:nvSpPr>
        <p:spPr>
          <a:xfrm>
            <a:off x="4468862" y="1087968"/>
            <a:ext cx="3295918" cy="30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l"/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Bảng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tác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nhân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và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mô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tả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tác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nhân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41CD7A-89CE-DA4D-0714-C2AA94BC69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58" t="35060" r="25917" b="52046"/>
          <a:stretch/>
        </p:blipFill>
        <p:spPr>
          <a:xfrm>
            <a:off x="4330819" y="1450708"/>
            <a:ext cx="4363959" cy="663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C84805-5E59-7D29-72D4-9F2C443F69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282" t="27139" r="38333" b="33189"/>
          <a:stretch/>
        </p:blipFill>
        <p:spPr>
          <a:xfrm>
            <a:off x="4330819" y="2595569"/>
            <a:ext cx="2494394" cy="23802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DF5EE0-A04C-38CF-F46A-9F17295670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151" t="61185" r="38533" b="29185"/>
          <a:stretch/>
        </p:blipFill>
        <p:spPr>
          <a:xfrm>
            <a:off x="6943315" y="3625581"/>
            <a:ext cx="2040531" cy="49531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3C935B1-C16F-EFB5-E207-2DDDC98D6E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843" t="62665" r="38406" b="20777"/>
          <a:stretch/>
        </p:blipFill>
        <p:spPr>
          <a:xfrm>
            <a:off x="6943314" y="2752563"/>
            <a:ext cx="2040531" cy="835329"/>
          </a:xfrm>
          <a:prstGeom prst="rect">
            <a:avLst/>
          </a:prstGeom>
        </p:spPr>
      </p:pic>
      <p:sp>
        <p:nvSpPr>
          <p:cNvPr id="79" name="Google Shape;895;p36">
            <a:extLst>
              <a:ext uri="{FF2B5EF4-FFF2-40B4-BE49-F238E27FC236}">
                <a16:creationId xmlns:a16="http://schemas.microsoft.com/office/drawing/2014/main" id="{6CBC0C8B-74EF-75C5-7F63-B3BD3C6A80C0}"/>
              </a:ext>
            </a:extLst>
          </p:cNvPr>
          <p:cNvSpPr txBox="1">
            <a:spLocks/>
          </p:cNvSpPr>
          <p:nvPr/>
        </p:nvSpPr>
        <p:spPr>
          <a:xfrm>
            <a:off x="4468862" y="2250654"/>
            <a:ext cx="4141738" cy="30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l"/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Use Case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cần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thiết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cho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hệ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thống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và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đặt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mã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: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5" grpId="0"/>
      <p:bldP spid="63" grpId="0"/>
      <p:bldP spid="64" grpId="0"/>
      <p:bldP spid="65" grpId="0"/>
      <p:bldP spid="66" grpId="0"/>
      <p:bldP spid="67" grpId="0"/>
      <p:bldP spid="7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48"/>
          <p:cNvSpPr txBox="1">
            <a:spLocks noGrp="1"/>
          </p:cNvSpPr>
          <p:nvPr>
            <p:ph type="title"/>
          </p:nvPr>
        </p:nvSpPr>
        <p:spPr>
          <a:xfrm>
            <a:off x="956381" y="759998"/>
            <a:ext cx="3442500" cy="14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BIỂU ĐỒ USE CASE TỔNG QUAN </a:t>
            </a:r>
            <a:endParaRPr dirty="0">
              <a:latin typeface="Oswald" pitchFamily="2" charset="0"/>
            </a:endParaRPr>
          </a:p>
        </p:txBody>
      </p:sp>
      <p:sp>
        <p:nvSpPr>
          <p:cNvPr id="1139" name="Google Shape;1139;p48"/>
          <p:cNvSpPr txBox="1">
            <a:spLocks noGrp="1"/>
          </p:cNvSpPr>
          <p:nvPr>
            <p:ph type="subTitle" idx="1"/>
          </p:nvPr>
        </p:nvSpPr>
        <p:spPr>
          <a:xfrm>
            <a:off x="585254" y="1854720"/>
            <a:ext cx="4184753" cy="25713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Truy cập ứng dụng. Nhân viên đăng nhập tài khoản cấp sẵn. Người dùng phải tạo tài khoản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Màn hình mặc định là màn hình sản phẩm. Nhưng khi nhân viên đăng nhập thành công sẽ hiện lên màn hình quản lý với các chức năng.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Khi người dùng đăng nhập thành công sẽ hiện các chức năng để người dùng tương tác.</a:t>
            </a:r>
            <a:endParaRPr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140" name="Google Shape;1140;p48"/>
          <p:cNvSpPr/>
          <p:nvPr/>
        </p:nvSpPr>
        <p:spPr>
          <a:xfrm>
            <a:off x="4691964" y="167640"/>
            <a:ext cx="4269155" cy="448056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2" name="Google Shape;1142;p48"/>
          <p:cNvGrpSpPr/>
          <p:nvPr/>
        </p:nvGrpSpPr>
        <p:grpSpPr>
          <a:xfrm>
            <a:off x="4989797" y="4851844"/>
            <a:ext cx="3971322" cy="163341"/>
            <a:chOff x="819025" y="3822075"/>
            <a:chExt cx="891450" cy="25125"/>
          </a:xfrm>
        </p:grpSpPr>
        <p:sp>
          <p:nvSpPr>
            <p:cNvPr id="1143" name="Google Shape;1143;p48"/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8"/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8"/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8"/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8"/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8"/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8"/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B50397C-2692-945F-9F8B-8AA2099B3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456" y="283409"/>
            <a:ext cx="4083261" cy="42490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8" grpId="0"/>
      <p:bldP spid="1139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5"/>
          <p:cNvSpPr txBox="1">
            <a:spLocks noGrp="1"/>
          </p:cNvSpPr>
          <p:nvPr>
            <p:ph type="title"/>
          </p:nvPr>
        </p:nvSpPr>
        <p:spPr>
          <a:xfrm>
            <a:off x="1417320" y="2439533"/>
            <a:ext cx="6751320" cy="1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PHÂN TÍCH YÊU CẦU</a:t>
            </a:r>
            <a:endParaRPr dirty="0">
              <a:latin typeface="Oswald" pitchFamily="2" charset="0"/>
            </a:endParaRPr>
          </a:p>
        </p:txBody>
      </p:sp>
      <p:sp>
        <p:nvSpPr>
          <p:cNvPr id="886" name="Google Shape;886;p35"/>
          <p:cNvSpPr txBox="1">
            <a:spLocks noGrp="1"/>
          </p:cNvSpPr>
          <p:nvPr>
            <p:ph type="title" idx="2"/>
          </p:nvPr>
        </p:nvSpPr>
        <p:spPr>
          <a:xfrm>
            <a:off x="3718560" y="1163052"/>
            <a:ext cx="1509990" cy="7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793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5" grpId="0"/>
      <p:bldP spid="88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6"/>
          <p:cNvSpPr txBox="1">
            <a:spLocks noGrp="1"/>
          </p:cNvSpPr>
          <p:nvPr>
            <p:ph type="title"/>
          </p:nvPr>
        </p:nvSpPr>
        <p:spPr>
          <a:xfrm>
            <a:off x="720000" y="32489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XÂY DỰNG MÔ HÌNH KẾT HỢP CDM</a:t>
            </a:r>
            <a:endParaRPr dirty="0">
              <a:latin typeface="Oswald" pitchFamily="2" charset="0"/>
            </a:endParaRPr>
          </a:p>
        </p:txBody>
      </p:sp>
      <p:sp>
        <p:nvSpPr>
          <p:cNvPr id="79" name="Google Shape;895;p36">
            <a:extLst>
              <a:ext uri="{FF2B5EF4-FFF2-40B4-BE49-F238E27FC236}">
                <a16:creationId xmlns:a16="http://schemas.microsoft.com/office/drawing/2014/main" id="{6CBC0C8B-74EF-75C5-7F63-B3BD3C6A80C0}"/>
              </a:ext>
            </a:extLst>
          </p:cNvPr>
          <p:cNvSpPr txBox="1">
            <a:spLocks/>
          </p:cNvSpPr>
          <p:nvPr/>
        </p:nvSpPr>
        <p:spPr>
          <a:xfrm>
            <a:off x="703311" y="1131458"/>
            <a:ext cx="7720689" cy="589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Xác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định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các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thực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thể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dữ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liệu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: </a:t>
            </a:r>
          </a:p>
          <a:p>
            <a:pPr algn="l">
              <a:lnSpc>
                <a:spcPct val="150000"/>
              </a:lnSpc>
            </a:pP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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Khách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hàng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Nhân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Viên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Sản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phẩm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Hóa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Đơn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Nhà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cung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cấp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Sản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phẩm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nhập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.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</a:p>
        </p:txBody>
      </p:sp>
      <p:sp>
        <p:nvSpPr>
          <p:cNvPr id="29" name="Google Shape;895;p36">
            <a:extLst>
              <a:ext uri="{FF2B5EF4-FFF2-40B4-BE49-F238E27FC236}">
                <a16:creationId xmlns:a16="http://schemas.microsoft.com/office/drawing/2014/main" id="{5C3B3243-7F83-9353-0E0A-BC744329A8F4}"/>
              </a:ext>
            </a:extLst>
          </p:cNvPr>
          <p:cNvSpPr txBox="1">
            <a:spLocks/>
          </p:cNvSpPr>
          <p:nvPr/>
        </p:nvSpPr>
        <p:spPr>
          <a:xfrm>
            <a:off x="703310" y="1855861"/>
            <a:ext cx="7720689" cy="589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Xác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định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đặc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tính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thực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thể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: </a:t>
            </a:r>
          </a:p>
          <a:p>
            <a:pPr algn="l">
              <a:lnSpc>
                <a:spcPct val="150000"/>
              </a:lnSpc>
            </a:pP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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Khách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hàng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: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Mã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khách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hàng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tên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khách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hàng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Số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Điện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Thoại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địa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chỉ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…</a:t>
            </a:r>
          </a:p>
          <a:p>
            <a:pPr algn="l">
              <a:lnSpc>
                <a:spcPct val="150000"/>
              </a:lnSpc>
            </a:pP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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Nhân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viên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: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Mã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nhân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viên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tên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nhân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viên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số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điện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thoại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giới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tính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…</a:t>
            </a:r>
          </a:p>
          <a:p>
            <a:pPr algn="l">
              <a:lnSpc>
                <a:spcPct val="150000"/>
              </a:lnSpc>
            </a:pP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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Sản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phẩm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: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Mã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sản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phẩm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tên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sản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phẩm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thương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hiệu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mẫu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size…</a:t>
            </a:r>
          </a:p>
          <a:p>
            <a:pPr algn="l">
              <a:lnSpc>
                <a:spcPct val="150000"/>
              </a:lnSpc>
            </a:pP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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Hóa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đơn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: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mã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hóa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đơn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phương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thức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thanh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toán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khuyến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mãi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…</a:t>
            </a:r>
          </a:p>
          <a:p>
            <a:pPr algn="l">
              <a:lnSpc>
                <a:spcPct val="150000"/>
              </a:lnSpc>
            </a:pP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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Nhà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cung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cấp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: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Mã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nhà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cung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cấp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tên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nhà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cung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cấp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thương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hiệu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…</a:t>
            </a:r>
          </a:p>
          <a:p>
            <a:pPr algn="l">
              <a:lnSpc>
                <a:spcPct val="150000"/>
              </a:lnSpc>
            </a:pP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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Sản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phẩm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nhập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: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Mã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sản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phẩm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nhập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số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lượng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,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đơn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giá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Wingdings" panose="05000000000000000000" pitchFamily="2" charset="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3835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5" grpId="0"/>
      <p:bldP spid="79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6"/>
          <p:cNvSpPr txBox="1">
            <a:spLocks noGrp="1"/>
          </p:cNvSpPr>
          <p:nvPr>
            <p:ph type="title"/>
          </p:nvPr>
        </p:nvSpPr>
        <p:spPr>
          <a:xfrm>
            <a:off x="720000" y="32489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XÂY DỰNG MÔ HÌNH KẾT HỢP CDM</a:t>
            </a:r>
            <a:endParaRPr dirty="0">
              <a:latin typeface="Oswald" pitchFamily="2" charset="0"/>
            </a:endParaRP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554E61D6-F02E-E075-31A4-CEF5BF8F8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" y="761047"/>
            <a:ext cx="5943600" cy="406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98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6"/>
          <p:cNvSpPr txBox="1">
            <a:spLocks noGrp="1"/>
          </p:cNvSpPr>
          <p:nvPr>
            <p:ph type="title"/>
          </p:nvPr>
        </p:nvSpPr>
        <p:spPr>
          <a:xfrm>
            <a:off x="720000" y="32489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XÂY DỰNG MÔ HÌNH VẬT LÝ PDM</a:t>
            </a:r>
            <a:endParaRPr dirty="0">
              <a:latin typeface="Oswald" pitchFamily="2" charset="0"/>
            </a:endParaRPr>
          </a:p>
        </p:txBody>
      </p:sp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CC0AC91C-85F9-1148-4DED-E52C3C7E1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882650"/>
            <a:ext cx="5943600" cy="395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8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5"/>
          <p:cNvSpPr txBox="1">
            <a:spLocks noGrp="1"/>
          </p:cNvSpPr>
          <p:nvPr>
            <p:ph type="title"/>
          </p:nvPr>
        </p:nvSpPr>
        <p:spPr>
          <a:xfrm>
            <a:off x="1417320" y="2439533"/>
            <a:ext cx="6751320" cy="1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Oswald" pitchFamily="2" charset="0"/>
              </a:rPr>
              <a:t>THIẾT KẾ GIAO DIỆN</a:t>
            </a:r>
            <a:endParaRPr dirty="0">
              <a:latin typeface="Oswald" pitchFamily="2" charset="0"/>
            </a:endParaRPr>
          </a:p>
        </p:txBody>
      </p:sp>
      <p:sp>
        <p:nvSpPr>
          <p:cNvPr id="886" name="Google Shape;886;p35"/>
          <p:cNvSpPr txBox="1">
            <a:spLocks noGrp="1"/>
          </p:cNvSpPr>
          <p:nvPr>
            <p:ph type="title" idx="2"/>
          </p:nvPr>
        </p:nvSpPr>
        <p:spPr>
          <a:xfrm>
            <a:off x="3718560" y="1163052"/>
            <a:ext cx="1509990" cy="77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342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5" grpId="0"/>
      <p:bldP spid="8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4"/>
          <p:cNvSpPr/>
          <p:nvPr/>
        </p:nvSpPr>
        <p:spPr>
          <a:xfrm>
            <a:off x="4626041" y="662940"/>
            <a:ext cx="4007099" cy="220218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3" name="Google Shape;873;p34"/>
          <p:cNvGrpSpPr/>
          <p:nvPr/>
        </p:nvGrpSpPr>
        <p:grpSpPr>
          <a:xfrm>
            <a:off x="4785112" y="2994074"/>
            <a:ext cx="3713374" cy="171830"/>
            <a:chOff x="819025" y="3822075"/>
            <a:chExt cx="891450" cy="25125"/>
          </a:xfrm>
        </p:grpSpPr>
        <p:sp>
          <p:nvSpPr>
            <p:cNvPr id="874" name="Google Shape;874;p34"/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864;p33">
            <a:extLst>
              <a:ext uri="{FF2B5EF4-FFF2-40B4-BE49-F238E27FC236}">
                <a16:creationId xmlns:a16="http://schemas.microsoft.com/office/drawing/2014/main" id="{4165B99C-3626-D74B-7446-075DC37711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859" y="1196713"/>
            <a:ext cx="3778818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Oswald" pitchFamily="2" charset="0"/>
              </a:rPr>
              <a:t>GIAO DIỆN ĐĂNG NHẬP : </a:t>
            </a:r>
            <a:endParaRPr sz="2800" dirty="0">
              <a:latin typeface="Oswald" pitchFamily="2" charset="0"/>
            </a:endParaRPr>
          </a:p>
        </p:txBody>
      </p:sp>
      <p:pic>
        <p:nvPicPr>
          <p:cNvPr id="14" name="Picture 13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BA521F15-4C10-B3BC-A818-743C3E592B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2" b="7160"/>
          <a:stretch/>
        </p:blipFill>
        <p:spPr bwMode="auto">
          <a:xfrm>
            <a:off x="4748716" y="791894"/>
            <a:ext cx="3786167" cy="19823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22ECA0B5-BD52-18A5-EEAC-5C497454DE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021" y="1861394"/>
            <a:ext cx="2544210" cy="3111057"/>
          </a:xfrm>
          <a:prstGeom prst="rect">
            <a:avLst/>
          </a:prstGeom>
        </p:spPr>
      </p:pic>
      <p:sp>
        <p:nvSpPr>
          <p:cNvPr id="17" name="Google Shape;895;p36">
            <a:extLst>
              <a:ext uri="{FF2B5EF4-FFF2-40B4-BE49-F238E27FC236}">
                <a16:creationId xmlns:a16="http://schemas.microsoft.com/office/drawing/2014/main" id="{E241F6FD-B6CE-CF8C-9211-2EC7273DC0F0}"/>
              </a:ext>
            </a:extLst>
          </p:cNvPr>
          <p:cNvSpPr txBox="1">
            <a:spLocks/>
          </p:cNvSpPr>
          <p:nvPr/>
        </p:nvSpPr>
        <p:spPr>
          <a:xfrm>
            <a:off x="3847231" y="4575427"/>
            <a:ext cx="2820160" cy="589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Sơ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đồ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hoạt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động</a:t>
            </a:r>
            <a:endParaRPr lang="en-US" sz="1200" b="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78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4"/>
          <p:cNvSpPr/>
          <p:nvPr/>
        </p:nvSpPr>
        <p:spPr>
          <a:xfrm>
            <a:off x="3673541" y="1164958"/>
            <a:ext cx="5066364" cy="2045987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3" name="Google Shape;873;p34"/>
          <p:cNvGrpSpPr/>
          <p:nvPr/>
        </p:nvGrpSpPr>
        <p:grpSpPr>
          <a:xfrm>
            <a:off x="5227320" y="3326570"/>
            <a:ext cx="3713374" cy="171830"/>
            <a:chOff x="819025" y="3822075"/>
            <a:chExt cx="891450" cy="25125"/>
          </a:xfrm>
        </p:grpSpPr>
        <p:sp>
          <p:nvSpPr>
            <p:cNvPr id="874" name="Google Shape;874;p34"/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864;p33">
            <a:extLst>
              <a:ext uri="{FF2B5EF4-FFF2-40B4-BE49-F238E27FC236}">
                <a16:creationId xmlns:a16="http://schemas.microsoft.com/office/drawing/2014/main" id="{4165B99C-3626-D74B-7446-075DC37711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8907" y="557942"/>
            <a:ext cx="5646185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Oswald" pitchFamily="2" charset="0"/>
              </a:rPr>
              <a:t>GIAO DIỆN CHI TIẾT SẢN PHẨM  </a:t>
            </a:r>
            <a:endParaRPr sz="2800" dirty="0">
              <a:latin typeface="Oswald" pitchFamily="2" charset="0"/>
            </a:endParaRPr>
          </a:p>
        </p:txBody>
      </p:sp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681F8D32-01CE-050E-80E5-F8CB41471A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"/>
          <a:stretch/>
        </p:blipFill>
        <p:spPr bwMode="auto">
          <a:xfrm>
            <a:off x="3733242" y="1204690"/>
            <a:ext cx="4920760" cy="19231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7" name="Google Shape;895;p36">
            <a:extLst>
              <a:ext uri="{FF2B5EF4-FFF2-40B4-BE49-F238E27FC236}">
                <a16:creationId xmlns:a16="http://schemas.microsoft.com/office/drawing/2014/main" id="{009B0025-68E4-C178-A634-B0088680C201}"/>
              </a:ext>
            </a:extLst>
          </p:cNvPr>
          <p:cNvSpPr txBox="1">
            <a:spLocks/>
          </p:cNvSpPr>
          <p:nvPr/>
        </p:nvSpPr>
        <p:spPr>
          <a:xfrm>
            <a:off x="3434383" y="4491607"/>
            <a:ext cx="2820160" cy="589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Sơ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đồ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hoạt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động</a:t>
            </a:r>
            <a:endParaRPr lang="en-US" sz="1200" b="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597047E9-022F-782B-8A92-0759986BE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25" y="1030142"/>
            <a:ext cx="3009123" cy="350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3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4"/>
          <p:cNvSpPr/>
          <p:nvPr/>
        </p:nvSpPr>
        <p:spPr>
          <a:xfrm>
            <a:off x="831334" y="973169"/>
            <a:ext cx="3373089" cy="4170331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3" name="Google Shape;873;p34"/>
          <p:cNvGrpSpPr/>
          <p:nvPr/>
        </p:nvGrpSpPr>
        <p:grpSpPr>
          <a:xfrm rot="16200000">
            <a:off x="5813091" y="2541530"/>
            <a:ext cx="3327949" cy="163948"/>
            <a:chOff x="819025" y="3822075"/>
            <a:chExt cx="891450" cy="25125"/>
          </a:xfrm>
        </p:grpSpPr>
        <p:sp>
          <p:nvSpPr>
            <p:cNvPr id="874" name="Google Shape;874;p34"/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864;p33">
            <a:extLst>
              <a:ext uri="{FF2B5EF4-FFF2-40B4-BE49-F238E27FC236}">
                <a16:creationId xmlns:a16="http://schemas.microsoft.com/office/drawing/2014/main" id="{4165B99C-3626-D74B-7446-075DC37711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8907" y="421637"/>
            <a:ext cx="5646185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Oswald" pitchFamily="2" charset="0"/>
              </a:rPr>
              <a:t>GIAO DIỆN GIỎ HÀNG </a:t>
            </a:r>
            <a:endParaRPr sz="2800" dirty="0">
              <a:latin typeface="Oswald" pitchFamily="2" charset="0"/>
            </a:endParaRPr>
          </a:p>
        </p:txBody>
      </p:sp>
      <p:sp>
        <p:nvSpPr>
          <p:cNvPr id="17" name="Google Shape;895;p36">
            <a:extLst>
              <a:ext uri="{FF2B5EF4-FFF2-40B4-BE49-F238E27FC236}">
                <a16:creationId xmlns:a16="http://schemas.microsoft.com/office/drawing/2014/main" id="{009B0025-68E4-C178-A634-B0088680C201}"/>
              </a:ext>
            </a:extLst>
          </p:cNvPr>
          <p:cNvSpPr txBox="1">
            <a:spLocks/>
          </p:cNvSpPr>
          <p:nvPr/>
        </p:nvSpPr>
        <p:spPr>
          <a:xfrm>
            <a:off x="4853341" y="4208822"/>
            <a:ext cx="2820160" cy="589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Sơ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đồ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hoạt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động</a:t>
            </a:r>
            <a:endParaRPr lang="en-US" sz="1200" b="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9" name="Google Shape;1257;p53">
            <a:extLst>
              <a:ext uri="{FF2B5EF4-FFF2-40B4-BE49-F238E27FC236}">
                <a16:creationId xmlns:a16="http://schemas.microsoft.com/office/drawing/2014/main" id="{F7437D1A-5485-114C-5FAD-8108894EAC43}"/>
              </a:ext>
            </a:extLst>
          </p:cNvPr>
          <p:cNvGrpSpPr/>
          <p:nvPr/>
        </p:nvGrpSpPr>
        <p:grpSpPr>
          <a:xfrm rot="2762128">
            <a:off x="-300874" y="1211382"/>
            <a:ext cx="2099804" cy="2212956"/>
            <a:chOff x="2184690" y="256708"/>
            <a:chExt cx="774292" cy="815987"/>
          </a:xfrm>
        </p:grpSpPr>
        <p:sp>
          <p:nvSpPr>
            <p:cNvPr id="20" name="Google Shape;1258;p53">
              <a:extLst>
                <a:ext uri="{FF2B5EF4-FFF2-40B4-BE49-F238E27FC236}">
                  <a16:creationId xmlns:a16="http://schemas.microsoft.com/office/drawing/2014/main" id="{DE0A7BCE-892F-21FC-0AC1-012A37EE9B9F}"/>
                </a:ext>
              </a:extLst>
            </p:cNvPr>
            <p:cNvSpPr/>
            <p:nvPr/>
          </p:nvSpPr>
          <p:spPr>
            <a:xfrm>
              <a:off x="2203323" y="351514"/>
              <a:ext cx="15573" cy="108826"/>
            </a:xfrm>
            <a:custGeom>
              <a:avLst/>
              <a:gdLst/>
              <a:ahLst/>
              <a:cxnLst/>
              <a:rect l="l" t="t" r="r" b="b"/>
              <a:pathLst>
                <a:path w="341" h="2383" extrusionOk="0">
                  <a:moveTo>
                    <a:pt x="0" y="0"/>
                  </a:moveTo>
                  <a:lnTo>
                    <a:pt x="0" y="1191"/>
                  </a:lnTo>
                  <a:lnTo>
                    <a:pt x="0" y="2382"/>
                  </a:lnTo>
                  <a:lnTo>
                    <a:pt x="341" y="2042"/>
                  </a:lnTo>
                  <a:lnTo>
                    <a:pt x="341" y="1191"/>
                  </a:lnTo>
                  <a:lnTo>
                    <a:pt x="341" y="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59;p53">
              <a:extLst>
                <a:ext uri="{FF2B5EF4-FFF2-40B4-BE49-F238E27FC236}">
                  <a16:creationId xmlns:a16="http://schemas.microsoft.com/office/drawing/2014/main" id="{F5C88B9B-D414-CA18-841C-EC41947A7205}"/>
                </a:ext>
              </a:extLst>
            </p:cNvPr>
            <p:cNvSpPr/>
            <p:nvPr/>
          </p:nvSpPr>
          <p:spPr>
            <a:xfrm>
              <a:off x="2736354" y="855775"/>
              <a:ext cx="77315" cy="76950"/>
            </a:xfrm>
            <a:custGeom>
              <a:avLst/>
              <a:gdLst/>
              <a:ahLst/>
              <a:cxnLst/>
              <a:rect l="l" t="t" r="r" b="b"/>
              <a:pathLst>
                <a:path w="1693" h="1685" extrusionOk="0">
                  <a:moveTo>
                    <a:pt x="0" y="1"/>
                  </a:moveTo>
                  <a:lnTo>
                    <a:pt x="0" y="477"/>
                  </a:lnTo>
                  <a:lnTo>
                    <a:pt x="604" y="1081"/>
                  </a:lnTo>
                  <a:lnTo>
                    <a:pt x="1208" y="1685"/>
                  </a:lnTo>
                  <a:lnTo>
                    <a:pt x="1693" y="1685"/>
                  </a:lnTo>
                  <a:lnTo>
                    <a:pt x="842" y="8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60;p53">
              <a:extLst>
                <a:ext uri="{FF2B5EF4-FFF2-40B4-BE49-F238E27FC236}">
                  <a16:creationId xmlns:a16="http://schemas.microsoft.com/office/drawing/2014/main" id="{71760F9F-3FFF-9028-D1BB-D4CC3F211799}"/>
                </a:ext>
              </a:extLst>
            </p:cNvPr>
            <p:cNvSpPr/>
            <p:nvPr/>
          </p:nvSpPr>
          <p:spPr>
            <a:xfrm>
              <a:off x="2922038" y="1040682"/>
              <a:ext cx="36945" cy="32013"/>
            </a:xfrm>
            <a:custGeom>
              <a:avLst/>
              <a:gdLst/>
              <a:ahLst/>
              <a:cxnLst/>
              <a:rect l="l" t="t" r="r" b="b"/>
              <a:pathLst>
                <a:path w="809" h="701" extrusionOk="0">
                  <a:moveTo>
                    <a:pt x="343" y="186"/>
                  </a:moveTo>
                  <a:cubicBezTo>
                    <a:pt x="384" y="186"/>
                    <a:pt x="426" y="203"/>
                    <a:pt x="460" y="239"/>
                  </a:cubicBezTo>
                  <a:cubicBezTo>
                    <a:pt x="562" y="341"/>
                    <a:pt x="494" y="520"/>
                    <a:pt x="349" y="520"/>
                  </a:cubicBezTo>
                  <a:cubicBezTo>
                    <a:pt x="256" y="520"/>
                    <a:pt x="179" y="443"/>
                    <a:pt x="179" y="350"/>
                  </a:cubicBezTo>
                  <a:cubicBezTo>
                    <a:pt x="179" y="253"/>
                    <a:pt x="259" y="186"/>
                    <a:pt x="343" y="186"/>
                  </a:cubicBezTo>
                  <a:close/>
                  <a:moveTo>
                    <a:pt x="349" y="1"/>
                  </a:moveTo>
                  <a:cubicBezTo>
                    <a:pt x="154" y="1"/>
                    <a:pt x="0" y="162"/>
                    <a:pt x="0" y="350"/>
                  </a:cubicBezTo>
                  <a:cubicBezTo>
                    <a:pt x="0" y="562"/>
                    <a:pt x="171" y="701"/>
                    <a:pt x="347" y="701"/>
                  </a:cubicBezTo>
                  <a:cubicBezTo>
                    <a:pt x="432" y="701"/>
                    <a:pt x="518" y="668"/>
                    <a:pt x="587" y="596"/>
                  </a:cubicBezTo>
                  <a:cubicBezTo>
                    <a:pt x="809" y="384"/>
                    <a:pt x="655" y="1"/>
                    <a:pt x="3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61;p53">
              <a:extLst>
                <a:ext uri="{FF2B5EF4-FFF2-40B4-BE49-F238E27FC236}">
                  <a16:creationId xmlns:a16="http://schemas.microsoft.com/office/drawing/2014/main" id="{E684A16D-F72B-C0BF-F55C-9FB0C8EB278C}"/>
                </a:ext>
              </a:extLst>
            </p:cNvPr>
            <p:cNvSpPr/>
            <p:nvPr/>
          </p:nvSpPr>
          <p:spPr>
            <a:xfrm>
              <a:off x="2184690" y="256708"/>
              <a:ext cx="37310" cy="32013"/>
            </a:xfrm>
            <a:custGeom>
              <a:avLst/>
              <a:gdLst/>
              <a:ahLst/>
              <a:cxnLst/>
              <a:rect l="l" t="t" r="r" b="b"/>
              <a:pathLst>
                <a:path w="817" h="701" extrusionOk="0">
                  <a:moveTo>
                    <a:pt x="356" y="184"/>
                  </a:moveTo>
                  <a:cubicBezTo>
                    <a:pt x="396" y="184"/>
                    <a:pt x="436" y="198"/>
                    <a:pt x="468" y="230"/>
                  </a:cubicBezTo>
                  <a:cubicBezTo>
                    <a:pt x="570" y="333"/>
                    <a:pt x="502" y="511"/>
                    <a:pt x="349" y="511"/>
                  </a:cubicBezTo>
                  <a:cubicBezTo>
                    <a:pt x="264" y="511"/>
                    <a:pt x="187" y="443"/>
                    <a:pt x="187" y="350"/>
                  </a:cubicBezTo>
                  <a:cubicBezTo>
                    <a:pt x="187" y="251"/>
                    <a:pt x="271" y="184"/>
                    <a:pt x="356" y="184"/>
                  </a:cubicBezTo>
                  <a:close/>
                  <a:moveTo>
                    <a:pt x="349" y="1"/>
                  </a:moveTo>
                  <a:cubicBezTo>
                    <a:pt x="162" y="1"/>
                    <a:pt x="0" y="162"/>
                    <a:pt x="0" y="350"/>
                  </a:cubicBezTo>
                  <a:cubicBezTo>
                    <a:pt x="0" y="562"/>
                    <a:pt x="174" y="701"/>
                    <a:pt x="353" y="701"/>
                  </a:cubicBezTo>
                  <a:cubicBezTo>
                    <a:pt x="439" y="701"/>
                    <a:pt x="526" y="668"/>
                    <a:pt x="596" y="596"/>
                  </a:cubicBezTo>
                  <a:cubicBezTo>
                    <a:pt x="817" y="375"/>
                    <a:pt x="664" y="1"/>
                    <a:pt x="3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62;p53">
              <a:extLst>
                <a:ext uri="{FF2B5EF4-FFF2-40B4-BE49-F238E27FC236}">
                  <a16:creationId xmlns:a16="http://schemas.microsoft.com/office/drawing/2014/main" id="{3C050F2A-F1E6-F110-9ABF-867DD9363BEC}"/>
                </a:ext>
              </a:extLst>
            </p:cNvPr>
            <p:cNvSpPr/>
            <p:nvPr/>
          </p:nvSpPr>
          <p:spPr>
            <a:xfrm>
              <a:off x="2196701" y="284292"/>
              <a:ext cx="737439" cy="767351"/>
            </a:xfrm>
            <a:custGeom>
              <a:avLst/>
              <a:gdLst/>
              <a:ahLst/>
              <a:cxnLst/>
              <a:rect l="l" t="t" r="r" b="b"/>
              <a:pathLst>
                <a:path w="16148" h="16803" extrusionOk="0">
                  <a:moveTo>
                    <a:pt x="1" y="1"/>
                  </a:moveTo>
                  <a:lnTo>
                    <a:pt x="1" y="4620"/>
                  </a:lnTo>
                  <a:lnTo>
                    <a:pt x="7019" y="11638"/>
                  </a:lnTo>
                  <a:lnTo>
                    <a:pt x="7045" y="11664"/>
                  </a:lnTo>
                  <a:lnTo>
                    <a:pt x="10881" y="11664"/>
                  </a:lnTo>
                  <a:lnTo>
                    <a:pt x="16020" y="16802"/>
                  </a:lnTo>
                  <a:lnTo>
                    <a:pt x="16147" y="16674"/>
                  </a:lnTo>
                  <a:lnTo>
                    <a:pt x="10983" y="11502"/>
                  </a:lnTo>
                  <a:lnTo>
                    <a:pt x="10949" y="11477"/>
                  </a:lnTo>
                  <a:lnTo>
                    <a:pt x="7121" y="11477"/>
                  </a:lnTo>
                  <a:lnTo>
                    <a:pt x="180" y="4544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63;p53">
              <a:extLst>
                <a:ext uri="{FF2B5EF4-FFF2-40B4-BE49-F238E27FC236}">
                  <a16:creationId xmlns:a16="http://schemas.microsoft.com/office/drawing/2014/main" id="{8109BAD4-02E6-D6E0-4B42-C633D2FDBE34}"/>
                </a:ext>
              </a:extLst>
            </p:cNvPr>
            <p:cNvSpPr/>
            <p:nvPr/>
          </p:nvSpPr>
          <p:spPr>
            <a:xfrm>
              <a:off x="2267805" y="562863"/>
              <a:ext cx="196644" cy="195822"/>
            </a:xfrm>
            <a:custGeom>
              <a:avLst/>
              <a:gdLst/>
              <a:ahLst/>
              <a:cxnLst/>
              <a:rect l="l" t="t" r="r" b="b"/>
              <a:pathLst>
                <a:path w="4306" h="4288" extrusionOk="0">
                  <a:moveTo>
                    <a:pt x="1" y="0"/>
                  </a:moveTo>
                  <a:lnTo>
                    <a:pt x="1" y="1923"/>
                  </a:lnTo>
                  <a:lnTo>
                    <a:pt x="2374" y="4288"/>
                  </a:lnTo>
                  <a:lnTo>
                    <a:pt x="4305" y="4288"/>
                  </a:lnTo>
                  <a:lnTo>
                    <a:pt x="4305" y="4211"/>
                  </a:lnTo>
                  <a:lnTo>
                    <a:pt x="2400" y="4211"/>
                  </a:lnTo>
                  <a:lnTo>
                    <a:pt x="77" y="188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" name="Picture 26" descr="Diagram&#10;&#10;Description automatically generated">
            <a:extLst>
              <a:ext uri="{FF2B5EF4-FFF2-40B4-BE49-F238E27FC236}">
                <a16:creationId xmlns:a16="http://schemas.microsoft.com/office/drawing/2014/main" id="{68164112-D6EF-C242-A55A-CB74934C8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579" y="934678"/>
            <a:ext cx="2398395" cy="3352800"/>
          </a:xfrm>
          <a:prstGeom prst="rect">
            <a:avLst/>
          </a:prstGeom>
        </p:spPr>
      </p:pic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5DA07FC-BA51-DFE7-7877-B2F324CD4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21" y="1043796"/>
            <a:ext cx="3190875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98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4"/>
          <p:cNvSpPr/>
          <p:nvPr/>
        </p:nvSpPr>
        <p:spPr>
          <a:xfrm>
            <a:off x="831334" y="869419"/>
            <a:ext cx="4990346" cy="279324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3" name="Google Shape;873;p34"/>
          <p:cNvGrpSpPr/>
          <p:nvPr/>
        </p:nvGrpSpPr>
        <p:grpSpPr>
          <a:xfrm>
            <a:off x="2425786" y="3853767"/>
            <a:ext cx="3327949" cy="163948"/>
            <a:chOff x="819025" y="3822075"/>
            <a:chExt cx="891450" cy="25125"/>
          </a:xfrm>
        </p:grpSpPr>
        <p:sp>
          <p:nvSpPr>
            <p:cNvPr id="874" name="Google Shape;874;p34"/>
            <p:cNvSpPr/>
            <p:nvPr/>
          </p:nvSpPr>
          <p:spPr>
            <a:xfrm>
              <a:off x="819025" y="3822375"/>
              <a:ext cx="891450" cy="24825"/>
            </a:xfrm>
            <a:custGeom>
              <a:avLst/>
              <a:gdLst/>
              <a:ahLst/>
              <a:cxnLst/>
              <a:rect l="l" t="t" r="r" b="b"/>
              <a:pathLst>
                <a:path w="35658" h="993" extrusionOk="0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1235525" y="3823575"/>
              <a:ext cx="134825" cy="14025"/>
            </a:xfrm>
            <a:custGeom>
              <a:avLst/>
              <a:gdLst/>
              <a:ahLst/>
              <a:cxnLst/>
              <a:rect l="l" t="t" r="r" b="b"/>
              <a:pathLst>
                <a:path w="5393" h="561" extrusionOk="0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1027875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1042475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1057100" y="3822075"/>
              <a:ext cx="23125" cy="13525"/>
            </a:xfrm>
            <a:custGeom>
              <a:avLst/>
              <a:gdLst/>
              <a:ahLst/>
              <a:cxnLst/>
              <a:rect l="l" t="t" r="r" b="b"/>
              <a:pathLst>
                <a:path w="925" h="541" extrusionOk="0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10717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1086300" y="3822075"/>
              <a:ext cx="23150" cy="13525"/>
            </a:xfrm>
            <a:custGeom>
              <a:avLst/>
              <a:gdLst/>
              <a:ahLst/>
              <a:cxnLst/>
              <a:rect l="l" t="t" r="r" b="b"/>
              <a:pathLst>
                <a:path w="926" h="541" extrusionOk="0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864;p33">
            <a:extLst>
              <a:ext uri="{FF2B5EF4-FFF2-40B4-BE49-F238E27FC236}">
                <a16:creationId xmlns:a16="http://schemas.microsoft.com/office/drawing/2014/main" id="{4165B99C-3626-D74B-7446-075DC37711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8906" y="306302"/>
            <a:ext cx="5646185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Oswald" pitchFamily="2" charset="0"/>
              </a:rPr>
              <a:t>GIAO DIỆN THANH TOÁN</a:t>
            </a:r>
            <a:endParaRPr sz="2800" dirty="0">
              <a:latin typeface="Oswald" pitchFamily="2" charset="0"/>
            </a:endParaRPr>
          </a:p>
        </p:txBody>
      </p:sp>
      <p:sp>
        <p:nvSpPr>
          <p:cNvPr id="17" name="Google Shape;895;p36">
            <a:extLst>
              <a:ext uri="{FF2B5EF4-FFF2-40B4-BE49-F238E27FC236}">
                <a16:creationId xmlns:a16="http://schemas.microsoft.com/office/drawing/2014/main" id="{009B0025-68E4-C178-A634-B0088680C201}"/>
              </a:ext>
            </a:extLst>
          </p:cNvPr>
          <p:cNvSpPr txBox="1">
            <a:spLocks/>
          </p:cNvSpPr>
          <p:nvPr/>
        </p:nvSpPr>
        <p:spPr>
          <a:xfrm>
            <a:off x="6038857" y="3852097"/>
            <a:ext cx="2820160" cy="589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Fredoka One"/>
              <a:buNone/>
              <a:defRPr sz="3000" b="1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Sơ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đồ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hoạt</a:t>
            </a:r>
            <a:r>
              <a:rPr lang="en-US" sz="1200" b="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động</a:t>
            </a:r>
            <a:endParaRPr lang="en-US" sz="1200" b="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28" name="Picture 27" descr="A screenshot of a computer&#10;&#10;Description automatically generated">
            <a:extLst>
              <a:ext uri="{FF2B5EF4-FFF2-40B4-BE49-F238E27FC236}">
                <a16:creationId xmlns:a16="http://schemas.microsoft.com/office/drawing/2014/main" id="{2E8DF685-EF8D-25DD-A3ED-1152B917FCB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1" t="11532" r="9329" b="10441"/>
          <a:stretch/>
        </p:blipFill>
        <p:spPr bwMode="auto">
          <a:xfrm>
            <a:off x="915231" y="927139"/>
            <a:ext cx="4838504" cy="26601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9" name="Google Shape;1271;p53">
            <a:extLst>
              <a:ext uri="{FF2B5EF4-FFF2-40B4-BE49-F238E27FC236}">
                <a16:creationId xmlns:a16="http://schemas.microsoft.com/office/drawing/2014/main" id="{E8ABDD26-3627-E041-C56B-CA5D22009D21}"/>
              </a:ext>
            </a:extLst>
          </p:cNvPr>
          <p:cNvGrpSpPr/>
          <p:nvPr/>
        </p:nvGrpSpPr>
        <p:grpSpPr>
          <a:xfrm rot="10800000">
            <a:off x="65790" y="2262341"/>
            <a:ext cx="1594863" cy="2212914"/>
            <a:chOff x="2132995" y="960308"/>
            <a:chExt cx="496177" cy="688438"/>
          </a:xfrm>
        </p:grpSpPr>
        <p:sp>
          <p:nvSpPr>
            <p:cNvPr id="30" name="Google Shape;1272;p53">
              <a:extLst>
                <a:ext uri="{FF2B5EF4-FFF2-40B4-BE49-F238E27FC236}">
                  <a16:creationId xmlns:a16="http://schemas.microsoft.com/office/drawing/2014/main" id="{DC929375-A974-FB08-A91F-AAEDCDF2BCCD}"/>
                </a:ext>
              </a:extLst>
            </p:cNvPr>
            <p:cNvSpPr/>
            <p:nvPr/>
          </p:nvSpPr>
          <p:spPr>
            <a:xfrm>
              <a:off x="2143863" y="977753"/>
              <a:ext cx="473252" cy="659302"/>
            </a:xfrm>
            <a:custGeom>
              <a:avLst/>
              <a:gdLst/>
              <a:ahLst/>
              <a:cxnLst/>
              <a:rect l="l" t="t" r="r" b="b"/>
              <a:pathLst>
                <a:path w="10363" h="14437" extrusionOk="0">
                  <a:moveTo>
                    <a:pt x="1" y="1"/>
                  </a:moveTo>
                  <a:lnTo>
                    <a:pt x="1" y="2663"/>
                  </a:lnTo>
                  <a:lnTo>
                    <a:pt x="4926" y="2663"/>
                  </a:lnTo>
                  <a:lnTo>
                    <a:pt x="7972" y="5709"/>
                  </a:lnTo>
                  <a:lnTo>
                    <a:pt x="7972" y="12123"/>
                  </a:lnTo>
                  <a:lnTo>
                    <a:pt x="10286" y="14437"/>
                  </a:lnTo>
                  <a:lnTo>
                    <a:pt x="10362" y="14352"/>
                  </a:lnTo>
                  <a:lnTo>
                    <a:pt x="8083" y="12081"/>
                  </a:lnTo>
                  <a:lnTo>
                    <a:pt x="8083" y="5658"/>
                  </a:lnTo>
                  <a:lnTo>
                    <a:pt x="4995" y="2561"/>
                  </a:lnTo>
                  <a:lnTo>
                    <a:pt x="4978" y="2544"/>
                  </a:lnTo>
                  <a:lnTo>
                    <a:pt x="120" y="2544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73;p53">
              <a:extLst>
                <a:ext uri="{FF2B5EF4-FFF2-40B4-BE49-F238E27FC236}">
                  <a16:creationId xmlns:a16="http://schemas.microsoft.com/office/drawing/2014/main" id="{44B292A2-56CF-620F-917C-BD8D8473DAEE}"/>
                </a:ext>
              </a:extLst>
            </p:cNvPr>
            <p:cNvSpPr/>
            <p:nvPr/>
          </p:nvSpPr>
          <p:spPr>
            <a:xfrm>
              <a:off x="2401063" y="1126948"/>
              <a:ext cx="81608" cy="81608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1" y="0"/>
                  </a:moveTo>
                  <a:lnTo>
                    <a:pt x="1" y="511"/>
                  </a:lnTo>
                  <a:lnTo>
                    <a:pt x="639" y="1149"/>
                  </a:lnTo>
                  <a:lnTo>
                    <a:pt x="1277" y="1787"/>
                  </a:lnTo>
                  <a:lnTo>
                    <a:pt x="1787" y="1787"/>
                  </a:lnTo>
                  <a:lnTo>
                    <a:pt x="894" y="89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74;p53">
              <a:extLst>
                <a:ext uri="{FF2B5EF4-FFF2-40B4-BE49-F238E27FC236}">
                  <a16:creationId xmlns:a16="http://schemas.microsoft.com/office/drawing/2014/main" id="{49AE5235-9AC4-EDD0-6955-039E4D1A1398}"/>
                </a:ext>
              </a:extLst>
            </p:cNvPr>
            <p:cNvSpPr/>
            <p:nvPr/>
          </p:nvSpPr>
          <p:spPr>
            <a:xfrm>
              <a:off x="2132995" y="960308"/>
              <a:ext cx="23610" cy="20231"/>
            </a:xfrm>
            <a:custGeom>
              <a:avLst/>
              <a:gdLst/>
              <a:ahLst/>
              <a:cxnLst/>
              <a:rect l="l" t="t" r="r" b="b"/>
              <a:pathLst>
                <a:path w="517" h="443" extrusionOk="0">
                  <a:moveTo>
                    <a:pt x="298" y="119"/>
                  </a:moveTo>
                  <a:cubicBezTo>
                    <a:pt x="409" y="145"/>
                    <a:pt x="409" y="298"/>
                    <a:pt x="298" y="332"/>
                  </a:cubicBezTo>
                  <a:cubicBezTo>
                    <a:pt x="196" y="298"/>
                    <a:pt x="196" y="145"/>
                    <a:pt x="298" y="119"/>
                  </a:cubicBezTo>
                  <a:close/>
                  <a:moveTo>
                    <a:pt x="295" y="0"/>
                  </a:moveTo>
                  <a:cubicBezTo>
                    <a:pt x="240" y="0"/>
                    <a:pt x="184" y="21"/>
                    <a:pt x="137" y="68"/>
                  </a:cubicBezTo>
                  <a:cubicBezTo>
                    <a:pt x="1" y="204"/>
                    <a:pt x="103" y="442"/>
                    <a:pt x="298" y="442"/>
                  </a:cubicBezTo>
                  <a:cubicBezTo>
                    <a:pt x="418" y="434"/>
                    <a:pt x="511" y="340"/>
                    <a:pt x="511" y="230"/>
                  </a:cubicBezTo>
                  <a:cubicBezTo>
                    <a:pt x="517" y="92"/>
                    <a:pt x="410" y="0"/>
                    <a:pt x="2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75;p53">
              <a:extLst>
                <a:ext uri="{FF2B5EF4-FFF2-40B4-BE49-F238E27FC236}">
                  <a16:creationId xmlns:a16="http://schemas.microsoft.com/office/drawing/2014/main" id="{52CD6C1A-4520-009A-DE96-9F1A7BAEC295}"/>
                </a:ext>
              </a:extLst>
            </p:cNvPr>
            <p:cNvSpPr/>
            <p:nvPr/>
          </p:nvSpPr>
          <p:spPr>
            <a:xfrm>
              <a:off x="2605425" y="1628651"/>
              <a:ext cx="23747" cy="20094"/>
            </a:xfrm>
            <a:custGeom>
              <a:avLst/>
              <a:gdLst/>
              <a:ahLst/>
              <a:cxnLst/>
              <a:rect l="l" t="t" r="r" b="b"/>
              <a:pathLst>
                <a:path w="520" h="440" extrusionOk="0">
                  <a:moveTo>
                    <a:pt x="298" y="116"/>
                  </a:moveTo>
                  <a:cubicBezTo>
                    <a:pt x="358" y="116"/>
                    <a:pt x="409" y="167"/>
                    <a:pt x="400" y="227"/>
                  </a:cubicBezTo>
                  <a:cubicBezTo>
                    <a:pt x="400" y="290"/>
                    <a:pt x="348" y="331"/>
                    <a:pt x="294" y="331"/>
                  </a:cubicBezTo>
                  <a:cubicBezTo>
                    <a:pt x="269" y="331"/>
                    <a:pt x="243" y="322"/>
                    <a:pt x="221" y="303"/>
                  </a:cubicBezTo>
                  <a:cubicBezTo>
                    <a:pt x="153" y="235"/>
                    <a:pt x="204" y="116"/>
                    <a:pt x="298" y="116"/>
                  </a:cubicBezTo>
                  <a:close/>
                  <a:moveTo>
                    <a:pt x="299" y="1"/>
                  </a:moveTo>
                  <a:cubicBezTo>
                    <a:pt x="244" y="1"/>
                    <a:pt x="189" y="21"/>
                    <a:pt x="145" y="65"/>
                  </a:cubicBezTo>
                  <a:cubicBezTo>
                    <a:pt x="0" y="201"/>
                    <a:pt x="102" y="439"/>
                    <a:pt x="298" y="439"/>
                  </a:cubicBezTo>
                  <a:cubicBezTo>
                    <a:pt x="417" y="439"/>
                    <a:pt x="519" y="337"/>
                    <a:pt x="519" y="218"/>
                  </a:cubicBezTo>
                  <a:cubicBezTo>
                    <a:pt x="519" y="86"/>
                    <a:pt x="411" y="1"/>
                    <a:pt x="2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76;p53">
              <a:extLst>
                <a:ext uri="{FF2B5EF4-FFF2-40B4-BE49-F238E27FC236}">
                  <a16:creationId xmlns:a16="http://schemas.microsoft.com/office/drawing/2014/main" id="{9C7DA5DE-5BD1-B716-8FA9-33B8B1C55B8C}"/>
                </a:ext>
              </a:extLst>
            </p:cNvPr>
            <p:cNvSpPr/>
            <p:nvPr/>
          </p:nvSpPr>
          <p:spPr>
            <a:xfrm>
              <a:off x="2145827" y="1025155"/>
              <a:ext cx="122024" cy="71515"/>
            </a:xfrm>
            <a:custGeom>
              <a:avLst/>
              <a:gdLst/>
              <a:ahLst/>
              <a:cxnLst/>
              <a:rect l="l" t="t" r="r" b="b"/>
              <a:pathLst>
                <a:path w="2672" h="1566" extrusionOk="0">
                  <a:moveTo>
                    <a:pt x="34" y="1"/>
                  </a:moveTo>
                  <a:lnTo>
                    <a:pt x="0" y="26"/>
                  </a:lnTo>
                  <a:lnTo>
                    <a:pt x="800" y="826"/>
                  </a:lnTo>
                  <a:lnTo>
                    <a:pt x="1898" y="826"/>
                  </a:lnTo>
                  <a:lnTo>
                    <a:pt x="2638" y="1566"/>
                  </a:lnTo>
                  <a:lnTo>
                    <a:pt x="2672" y="1532"/>
                  </a:lnTo>
                  <a:lnTo>
                    <a:pt x="1923" y="783"/>
                  </a:lnTo>
                  <a:lnTo>
                    <a:pt x="817" y="783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" name="Picture 34" descr="Diagram&#10;&#10;Description automatically generated">
            <a:extLst>
              <a:ext uri="{FF2B5EF4-FFF2-40B4-BE49-F238E27FC236}">
                <a16:creationId xmlns:a16="http://schemas.microsoft.com/office/drawing/2014/main" id="{E251A716-C1EE-B433-662B-170A9F7546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972" y="878730"/>
            <a:ext cx="2498281" cy="303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46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2D30FF-D056-E101-18A8-E572965F6891}"/>
              </a:ext>
            </a:extLst>
          </p:cNvPr>
          <p:cNvSpPr/>
          <p:nvPr/>
        </p:nvSpPr>
        <p:spPr>
          <a:xfrm>
            <a:off x="2567940" y="3390900"/>
            <a:ext cx="3703320" cy="1066800"/>
          </a:xfrm>
          <a:prstGeom prst="rect">
            <a:avLst/>
          </a:prstGeom>
          <a:solidFill>
            <a:srgbClr val="E3EEED"/>
          </a:solidFill>
          <a:ln>
            <a:solidFill>
              <a:srgbClr val="E3EE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Google Shape;1224;p52">
            <a:extLst>
              <a:ext uri="{FF2B5EF4-FFF2-40B4-BE49-F238E27FC236}">
                <a16:creationId xmlns:a16="http://schemas.microsoft.com/office/drawing/2014/main" id="{8AF5092D-9282-35E9-EF82-74C014F857B7}"/>
              </a:ext>
            </a:extLst>
          </p:cNvPr>
          <p:cNvSpPr txBox="1">
            <a:spLocks/>
          </p:cNvSpPr>
          <p:nvPr/>
        </p:nvSpPr>
        <p:spPr>
          <a:xfrm>
            <a:off x="2695313" y="2183232"/>
            <a:ext cx="4284607" cy="9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Orbitron"/>
              <a:buNone/>
              <a:defRPr sz="50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sz="32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>
            <a:r>
              <a:rPr lang="vi-VN" dirty="0">
                <a:latin typeface="Oswald" pitchFamily="2" charset="0"/>
                <a:ea typeface="Fira Code" panose="020B0809050000020004" pitchFamily="49" charset="0"/>
                <a:cs typeface="Fira Code" panose="020B0809050000020004" pitchFamily="49" charset="0"/>
              </a:rPr>
              <a:t>CẢM ƠN THẦY ĐÃ XEM PHẦN TRÌNH BÀY CỦA </a:t>
            </a:r>
            <a:r>
              <a:rPr lang="vi-VN" dirty="0" err="1">
                <a:latin typeface="Oswald" pitchFamily="2" charset="0"/>
                <a:ea typeface="Fira Code" panose="020B0809050000020004" pitchFamily="49" charset="0"/>
                <a:cs typeface="Fira Code" panose="020B0809050000020004" pitchFamily="49" charset="0"/>
              </a:rPr>
              <a:t>NHÓM</a:t>
            </a:r>
            <a:r>
              <a:rPr lang="vi-VN" dirty="0">
                <a:latin typeface="Oswald" pitchFamily="2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vi-VN" dirty="0" err="1">
                <a:latin typeface="Oswald" pitchFamily="2" charset="0"/>
                <a:ea typeface="Fira Code" panose="020B0809050000020004" pitchFamily="49" charset="0"/>
                <a:cs typeface="Fira Code" panose="020B0809050000020004" pitchFamily="49" charset="0"/>
              </a:rPr>
              <a:t>TVT</a:t>
            </a:r>
            <a:r>
              <a:rPr lang="vi-VN" dirty="0">
                <a:latin typeface="Oswald" pitchFamily="2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theme/theme1.xml><?xml version="1.0" encoding="utf-8"?>
<a:theme xmlns:a="http://schemas.openxmlformats.org/drawingml/2006/main" name="The Evolution of Invention in Canada Thesis by Slidesgo">
  <a:themeElements>
    <a:clrScheme name="Simple Light">
      <a:dk1>
        <a:srgbClr val="E3EEED"/>
      </a:dk1>
      <a:lt1>
        <a:srgbClr val="383536"/>
      </a:lt1>
      <a:dk2>
        <a:srgbClr val="FC2E12"/>
      </a:dk2>
      <a:lt2>
        <a:srgbClr val="C1D6CE"/>
      </a:lt2>
      <a:accent1>
        <a:srgbClr val="64818C"/>
      </a:accent1>
      <a:accent2>
        <a:srgbClr val="DD4815"/>
      </a:accent2>
      <a:accent3>
        <a:srgbClr val="24A364"/>
      </a:accent3>
      <a:accent4>
        <a:srgbClr val="FFFFFF"/>
      </a:accent4>
      <a:accent5>
        <a:srgbClr val="FFFFFF"/>
      </a:accent5>
      <a:accent6>
        <a:srgbClr val="FFFFFF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762</Words>
  <Application>Microsoft Office PowerPoint</Application>
  <PresentationFormat>On-screen Show (16:9)</PresentationFormat>
  <Paragraphs>101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Fira Code</vt:lpstr>
      <vt:lpstr>Fredoka One</vt:lpstr>
      <vt:lpstr>Orbitron</vt:lpstr>
      <vt:lpstr>Palanquin Dark</vt:lpstr>
      <vt:lpstr>Arial</vt:lpstr>
      <vt:lpstr>Wingdings</vt:lpstr>
      <vt:lpstr>Roboto</vt:lpstr>
      <vt:lpstr>Oswald</vt:lpstr>
      <vt:lpstr>The Evolution of Invention in Canada Thesis by Slidesgo</vt:lpstr>
      <vt:lpstr>QUẢN LÝ BÁN HÀNG QUẦN ÁO</vt:lpstr>
      <vt:lpstr>THÀNH VIÊN NHÓM</vt:lpstr>
      <vt:lpstr>MỤC LỤC</vt:lpstr>
      <vt:lpstr>KHẢO SÁT BÀI TOÁN</vt:lpstr>
      <vt:lpstr>MÔ TẢ YÊU CẦU BÀI TOÁN</vt:lpstr>
      <vt:lpstr>KHẢO SÁT BÀI TOÁN</vt:lpstr>
      <vt:lpstr>XÁC ĐỊNH THÔNG TIN CƠ BẢN </vt:lpstr>
      <vt:lpstr>XÂY DỰNG BIỂU ĐỒ BFD</vt:lpstr>
      <vt:lpstr>XÂY DỰNG KẾ HOẠCH DỰ ÁN </vt:lpstr>
      <vt:lpstr>ĐẶC TẢ YÊU CẦU BÀI TOÁN</vt:lpstr>
      <vt:lpstr>GIỚI THIỆU CHUNG </vt:lpstr>
      <vt:lpstr>BIỂU ĐỒ USE CASE TỔNG QUAN </vt:lpstr>
      <vt:lpstr>PHÂN TÍCH YÊU CẦU</vt:lpstr>
      <vt:lpstr>XÂY DỰNG MÔ HÌNH KẾT HỢP CDM</vt:lpstr>
      <vt:lpstr>XÂY DỰNG MÔ HÌNH KẾT HỢP CDM</vt:lpstr>
      <vt:lpstr>XÂY DỰNG MÔ HÌNH VẬT LÝ PDM</vt:lpstr>
      <vt:lpstr>THIẾT KẾ GIAO DIỆN</vt:lpstr>
      <vt:lpstr>GIAO DIỆN ĐĂNG NHẬP : </vt:lpstr>
      <vt:lpstr>GIAO DIỆN CHI TIẾT SẢN PHẨM  </vt:lpstr>
      <vt:lpstr>GIAO DIỆN GIỎ HÀNG </vt:lpstr>
      <vt:lpstr>GIAO DIỆN THANH TOÁN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QUẢN LÝ BÁN HÀNG QUẦN ÁO</dc:title>
  <cp:lastModifiedBy>Cao Viet  Thang</cp:lastModifiedBy>
  <cp:revision>23</cp:revision>
  <dcterms:modified xsi:type="dcterms:W3CDTF">2022-06-17T16:51:19Z</dcterms:modified>
</cp:coreProperties>
</file>